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60"/>
  </p:normalViewPr>
  <p:slideViewPr>
    <p:cSldViewPr snapToGrid="0">
      <p:cViewPr varScale="1">
        <p:scale>
          <a:sx n="64" d="100"/>
          <a:sy n="64" d="100"/>
        </p:scale>
        <p:origin x="978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7A81651-38B8-B394-DC9F-87D7E9481E0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8DFD0F51-3F01-BDE0-ED01-7A08DD3A0F4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29A3E85-A5AA-C979-3C97-DD2BF6F656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ADD0C9-FFB5-4DE3-ACF5-0285B7683244}" type="datetimeFigureOut">
              <a:rPr lang="pt-BR" smtClean="0"/>
              <a:t>20/10/2026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3E85339-742E-3FCA-FE66-B959444802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D68674AE-C056-C654-F205-6867935473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BACE6-8EDF-479D-B36C-411CBACD523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224423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C19995E-873C-6920-15D6-4E9A959BF5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EE6E39C-632C-EDA6-9B4B-3EE84FC687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9FBE3FC-33E1-81FC-61B4-1BE482E875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ADD0C9-FFB5-4DE3-ACF5-0285B7683244}" type="datetimeFigureOut">
              <a:rPr lang="pt-BR" smtClean="0"/>
              <a:t>20/10/2026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1F67835-CF42-9665-11DD-A228AA0952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9F50307-7D62-2C7A-607E-8E37626CC1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BACE6-8EDF-479D-B36C-411CBACD523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920807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ABA789B-BC37-4879-1947-E13E40250A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AA14515E-E850-F3DF-07DD-5BD2710B38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93A2114-21D6-73C6-FD2B-F48F8839ED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ADD0C9-FFB5-4DE3-ACF5-0285B7683244}" type="datetimeFigureOut">
              <a:rPr lang="pt-BR" smtClean="0"/>
              <a:t>20/10/2026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8D6ABBC-E564-5C8E-4798-CE3356CFDC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4F202DB-AAF6-F556-0009-B8C4D937B6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BACE6-8EDF-479D-B36C-411CBACD523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591283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AFDCB26-0FD9-4D87-A861-99EB42680A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FFBC1ED-99F7-A6F3-3776-88F9D23B937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56F1799B-38E3-1790-869B-22356AC615F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079A96D8-0F6D-2CC9-F456-DD5C1DEFE4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ADD0C9-FFB5-4DE3-ACF5-0285B7683244}" type="datetimeFigureOut">
              <a:rPr lang="pt-BR" smtClean="0"/>
              <a:t>20/10/2026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E8477760-404E-B166-F5FC-61CBF3CEEC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F3CA4382-1595-9CB6-C356-93E05ADFD8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BACE6-8EDF-479D-B36C-411CBACD523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40137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DF209B3-C7A2-86D9-77B3-DF74CA29BB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9810A57F-F41B-2D11-07B8-1F67D39309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05A8E211-4CF1-3954-F62C-B060F7328F2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1D01F6F9-C21B-01FC-91D3-D4C195C22E0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95B5AD8F-1759-6787-1606-0F1F51B47A4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05DA8669-D06E-EBCE-075A-6B93820086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ADD0C9-FFB5-4DE3-ACF5-0285B7683244}" type="datetimeFigureOut">
              <a:rPr lang="pt-BR" smtClean="0"/>
              <a:t>20/10/2026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52D5307C-ED97-7318-1A34-998A44F004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A1F076EA-FEF7-AE1E-785E-A2C552CEEB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BACE6-8EDF-479D-B36C-411CBACD523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618964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9FACD9A-D191-5768-3070-9608A8D4C1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BEAD9D37-F8A5-22D6-AACA-D92786A759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ADD0C9-FFB5-4DE3-ACF5-0285B7683244}" type="datetimeFigureOut">
              <a:rPr lang="pt-BR" smtClean="0"/>
              <a:t>20/10/2026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7DBFE5D5-817A-59A9-8FFC-4B3C79EFD8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741843F1-7CB5-8612-4563-1550900882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BACE6-8EDF-479D-B36C-411CBACD523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384392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22879A23-341D-9B31-AF8E-9D9CBDFFB6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ADD0C9-FFB5-4DE3-ACF5-0285B7683244}" type="datetimeFigureOut">
              <a:rPr lang="pt-BR" smtClean="0"/>
              <a:t>20/10/2026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18C8BD46-C2BA-530D-8F61-1CB1B8E26A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7784C6BB-E474-9C3D-FD4E-B713D98584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BACE6-8EDF-479D-B36C-411CBACD523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279672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2588D4B-671F-D401-BE4C-E526A582B5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8C1268B-D3A8-2343-0155-95DCB83D84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0F51CF5B-947E-8E20-8327-77E18F05E10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A15712CB-06B9-BC9C-EF54-CD5286F856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ADD0C9-FFB5-4DE3-ACF5-0285B7683244}" type="datetimeFigureOut">
              <a:rPr lang="pt-BR" smtClean="0"/>
              <a:t>20/10/2026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67EF1678-D0C6-F59E-8B35-92202A02A5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4D312446-09FA-1CBE-6C23-3B93DC1D34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BACE6-8EDF-479D-B36C-411CBACD523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959598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E5E5963-C5D7-F053-25B5-1EAC389B0A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66A1E06B-5F17-E1E9-A85B-30BE856D05D3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AC0198F2-EE2F-A76A-4303-DCD52F29498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40208F34-0C65-7260-967C-391DF275C8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ADD0C9-FFB5-4DE3-ACF5-0285B7683244}" type="datetimeFigureOut">
              <a:rPr lang="pt-BR" smtClean="0"/>
              <a:t>20/10/2026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EECD106B-F79F-A014-8255-35B26F56E2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CB8C43D1-DC98-7B9F-5E3C-E8A68D143B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BACE6-8EDF-479D-B36C-411CBACD523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385667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E284DBB-94E3-F762-6123-1DF53D2144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65E955BC-470E-C9D1-F8CE-4F7E6D5A52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AC08EF1-FC0E-057D-600D-A1651872BD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ADD0C9-FFB5-4DE3-ACF5-0285B7683244}" type="datetimeFigureOut">
              <a:rPr lang="pt-BR" smtClean="0"/>
              <a:t>20/10/2026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92D92F5-56C6-073A-7B31-51732BC0A1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A012AA7-7CE4-DEE8-1374-98AE42D43A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BACE6-8EDF-479D-B36C-411CBACD523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15974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E6B7A67C-DF10-3EE2-8720-C803A4BA48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799EA25A-BDE7-AEF5-4E3E-FDE1F4937E7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1B35AB36-7F55-B806-06CB-312E31ABF0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ADD0C9-FFB5-4DE3-ACF5-0285B7683244}" type="datetimeFigureOut">
              <a:rPr lang="pt-BR" smtClean="0"/>
              <a:t>20/10/2026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6906490-98E5-C6AB-0D78-8E15B5E442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4305F07-2933-F172-C030-A188E80D39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BACE6-8EDF-479D-B36C-411CBACD523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691788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BC163C4F-8968-A436-03BC-E435F05C20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8B423FCB-F6F4-935A-E600-A8745C0442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EDEFD0F-E8B8-E881-5B3A-258FAC3C5F7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2ADD0C9-FFB5-4DE3-ACF5-0285B7683244}" type="datetimeFigureOut">
              <a:rPr lang="pt-BR" smtClean="0"/>
              <a:t>20/10/2026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1F0C9E0-5CED-8708-BD60-B01D0A78DBF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AFAAD80-FB4D-B50F-4EB6-DFA3002BD2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9BBACE6-8EDF-479D-B36C-411CBACD523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380759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jpeg"/><Relationship Id="rId5" Type="http://schemas.openxmlformats.org/officeDocument/2006/relationships/image" Target="../media/image4.jpe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10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jpeg"/><Relationship Id="rId5" Type="http://schemas.openxmlformats.org/officeDocument/2006/relationships/image" Target="../media/image7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jpeg"/><Relationship Id="rId12" Type="http://schemas.openxmlformats.org/officeDocument/2006/relationships/image" Target="../media/image1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jpeg"/><Relationship Id="rId11" Type="http://schemas.openxmlformats.org/officeDocument/2006/relationships/image" Target="../media/image11.jpeg"/><Relationship Id="rId5" Type="http://schemas.openxmlformats.org/officeDocument/2006/relationships/image" Target="../media/image4.jpe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jpe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2.png"/><Relationship Id="rId7" Type="http://schemas.openxmlformats.org/officeDocument/2006/relationships/image" Target="../media/image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jpeg"/><Relationship Id="rId5" Type="http://schemas.openxmlformats.org/officeDocument/2006/relationships/image" Target="../media/image7.png"/><Relationship Id="rId4" Type="http://schemas.openxmlformats.org/officeDocument/2006/relationships/image" Target="../media/image3.png"/><Relationship Id="rId9" Type="http://schemas.openxmlformats.org/officeDocument/2006/relationships/image" Target="../media/image14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13" Type="http://schemas.openxmlformats.org/officeDocument/2006/relationships/image" Target="../media/image18.jpeg"/><Relationship Id="rId3" Type="http://schemas.openxmlformats.org/officeDocument/2006/relationships/image" Target="../media/image3.png"/><Relationship Id="rId7" Type="http://schemas.openxmlformats.org/officeDocument/2006/relationships/image" Target="../media/image9.png"/><Relationship Id="rId12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jpeg"/><Relationship Id="rId11" Type="http://schemas.openxmlformats.org/officeDocument/2006/relationships/image" Target="../media/image17.png"/><Relationship Id="rId5" Type="http://schemas.openxmlformats.org/officeDocument/2006/relationships/image" Target="../media/image7.png"/><Relationship Id="rId10" Type="http://schemas.openxmlformats.org/officeDocument/2006/relationships/image" Target="../media/image16.png"/><Relationship Id="rId4" Type="http://schemas.openxmlformats.org/officeDocument/2006/relationships/image" Target="../media/image4.jpeg"/><Relationship Id="rId9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3.png"/><Relationship Id="rId7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jpeg"/><Relationship Id="rId10" Type="http://schemas.openxmlformats.org/officeDocument/2006/relationships/image" Target="../media/image5.jpeg"/><Relationship Id="rId4" Type="http://schemas.openxmlformats.org/officeDocument/2006/relationships/image" Target="../media/image7.png"/><Relationship Id="rId9" Type="http://schemas.openxmlformats.org/officeDocument/2006/relationships/image" Target="../media/image20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2.png"/><Relationship Id="rId7" Type="http://schemas.openxmlformats.org/officeDocument/2006/relationships/image" Target="../media/image8.jpeg"/><Relationship Id="rId12" Type="http://schemas.openxmlformats.org/officeDocument/2006/relationships/image" Target="../media/image1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11" Type="http://schemas.openxmlformats.org/officeDocument/2006/relationships/image" Target="../media/image11.jpeg"/><Relationship Id="rId5" Type="http://schemas.openxmlformats.org/officeDocument/2006/relationships/image" Target="../media/image5.jpeg"/><Relationship Id="rId10" Type="http://schemas.openxmlformats.org/officeDocument/2006/relationships/image" Target="../media/image21.jpeg"/><Relationship Id="rId4" Type="http://schemas.openxmlformats.org/officeDocument/2006/relationships/image" Target="../media/image3.png"/><Relationship Id="rId9" Type="http://schemas.openxmlformats.org/officeDocument/2006/relationships/image" Target="../media/image6.jpe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13" Type="http://schemas.openxmlformats.org/officeDocument/2006/relationships/image" Target="../media/image11.jpeg"/><Relationship Id="rId3" Type="http://schemas.openxmlformats.org/officeDocument/2006/relationships/image" Target="../media/image2.png"/><Relationship Id="rId7" Type="http://schemas.openxmlformats.org/officeDocument/2006/relationships/image" Target="../media/image8.jpeg"/><Relationship Id="rId12" Type="http://schemas.openxmlformats.org/officeDocument/2006/relationships/image" Target="../media/image21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11" Type="http://schemas.openxmlformats.org/officeDocument/2006/relationships/image" Target="../media/image24.png"/><Relationship Id="rId5" Type="http://schemas.openxmlformats.org/officeDocument/2006/relationships/image" Target="../media/image5.jpeg"/><Relationship Id="rId10" Type="http://schemas.openxmlformats.org/officeDocument/2006/relationships/image" Target="../media/image23.jpeg"/><Relationship Id="rId4" Type="http://schemas.openxmlformats.org/officeDocument/2006/relationships/image" Target="../media/image3.png"/><Relationship Id="rId9" Type="http://schemas.openxmlformats.org/officeDocument/2006/relationships/image" Target="../media/image22.jpe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2.png"/><Relationship Id="rId7" Type="http://schemas.openxmlformats.org/officeDocument/2006/relationships/image" Target="../media/image8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11" Type="http://schemas.openxmlformats.org/officeDocument/2006/relationships/image" Target="../media/image11.jpeg"/><Relationship Id="rId5" Type="http://schemas.openxmlformats.org/officeDocument/2006/relationships/image" Target="../media/image5.jpeg"/><Relationship Id="rId10" Type="http://schemas.openxmlformats.org/officeDocument/2006/relationships/image" Target="../media/image12.png"/><Relationship Id="rId4" Type="http://schemas.openxmlformats.org/officeDocument/2006/relationships/image" Target="../media/image3.png"/><Relationship Id="rId9" Type="http://schemas.openxmlformats.org/officeDocument/2006/relationships/image" Target="../media/image6.jpe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jpeg"/><Relationship Id="rId3" Type="http://schemas.openxmlformats.org/officeDocument/2006/relationships/image" Target="../media/image2.png"/><Relationship Id="rId7" Type="http://schemas.openxmlformats.org/officeDocument/2006/relationships/image" Target="../media/image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jpeg"/><Relationship Id="rId11" Type="http://schemas.openxmlformats.org/officeDocument/2006/relationships/image" Target="../media/image26.jpeg"/><Relationship Id="rId5" Type="http://schemas.openxmlformats.org/officeDocument/2006/relationships/image" Target="../media/image7.png"/><Relationship Id="rId10" Type="http://schemas.openxmlformats.org/officeDocument/2006/relationships/image" Target="../media/image25.jpeg"/><Relationship Id="rId4" Type="http://schemas.openxmlformats.org/officeDocument/2006/relationships/image" Target="../media/image3.png"/><Relationship Id="rId9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Imagem 22">
            <a:extLst>
              <a:ext uri="{FF2B5EF4-FFF2-40B4-BE49-F238E27FC236}">
                <a16:creationId xmlns:a16="http://schemas.microsoft.com/office/drawing/2014/main" id="{B63E0A21-430D-4F8E-7522-B9CAC4835B44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  <a:duotone>
              <a:schemeClr val="accent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2827570" y="0"/>
            <a:ext cx="8276678" cy="7062112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B631CB0E-6A5A-3186-011E-A711CA7BEAE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48655" y="724900"/>
            <a:ext cx="9144000" cy="1353279"/>
          </a:xfrm>
        </p:spPr>
        <p:txBody>
          <a:bodyPr>
            <a:normAutofit/>
          </a:bodyPr>
          <a:lstStyle/>
          <a:p>
            <a:r>
              <a:rPr lang="pt-BR" sz="7200" dirty="0"/>
              <a:t>𝕽𝖔𝖙𝖆 𝕾𝖆𝖈𝖗𝖆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7D35B8D7-2A0D-794A-9A43-3450BDC93E1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051685" y="5756223"/>
            <a:ext cx="2293496" cy="790731"/>
          </a:xfrm>
          <a:ln w="38100"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normAutofit fontScale="92500" lnSpcReduction="10000"/>
          </a:bodyPr>
          <a:lstStyle/>
          <a:p>
            <a:endParaRPr lang="pt-BR" sz="1100" dirty="0">
              <a:latin typeface="Trade Gothic Next Rounded" panose="020F0502020204030204" pitchFamily="34" charset="0"/>
            </a:endParaRPr>
          </a:p>
          <a:p>
            <a:r>
              <a:rPr lang="pt-BR" sz="3600" dirty="0">
                <a:solidFill>
                  <a:srgbClr val="C00000"/>
                </a:solidFill>
                <a:latin typeface="Trade Gothic Next Rounded" panose="020F0502020204030204" pitchFamily="34" charset="0"/>
              </a:rPr>
              <a:t>ENTRAR</a:t>
            </a: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2764305F-9ACE-7717-EAD4-22B488FA7F9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9722" y="194878"/>
            <a:ext cx="2493289" cy="2556678"/>
          </a:xfrm>
          <a:prstGeom prst="rect">
            <a:avLst/>
          </a:prstGeom>
        </p:spPr>
      </p:pic>
      <p:sp>
        <p:nvSpPr>
          <p:cNvPr id="13" name="Retângulo 12">
            <a:extLst>
              <a:ext uri="{FF2B5EF4-FFF2-40B4-BE49-F238E27FC236}">
                <a16:creationId xmlns:a16="http://schemas.microsoft.com/office/drawing/2014/main" id="{BF5E92DB-F14C-9676-8126-A17D9003EE03}"/>
              </a:ext>
            </a:extLst>
          </p:cNvPr>
          <p:cNvSpPr/>
          <p:nvPr/>
        </p:nvSpPr>
        <p:spPr>
          <a:xfrm>
            <a:off x="866983" y="3627620"/>
            <a:ext cx="2363345" cy="1783830"/>
          </a:xfrm>
          <a:prstGeom prst="rect">
            <a:avLst/>
          </a:prstGeom>
          <a:noFill/>
          <a:ln>
            <a:solidFill>
              <a:srgbClr val="C0000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scene3d>
            <a:camera prst="perspectiveFront"/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4" name="Retângulo 13">
            <a:extLst>
              <a:ext uri="{FF2B5EF4-FFF2-40B4-BE49-F238E27FC236}">
                <a16:creationId xmlns:a16="http://schemas.microsoft.com/office/drawing/2014/main" id="{89F29251-2836-0C25-1736-D4B4C9A58A70}"/>
              </a:ext>
            </a:extLst>
          </p:cNvPr>
          <p:cNvSpPr/>
          <p:nvPr/>
        </p:nvSpPr>
        <p:spPr>
          <a:xfrm>
            <a:off x="1084609" y="4659318"/>
            <a:ext cx="1928092" cy="83099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pt-BR" sz="4800" b="1" dirty="0">
                <a:latin typeface="Trade Gothic Next Rounded" panose="020F0502020204030204" pitchFamily="34" charset="0"/>
                <a:ea typeface="Cambria" panose="02040503050406030204" pitchFamily="18" charset="0"/>
              </a:rPr>
              <a:t>ROTAS</a:t>
            </a:r>
          </a:p>
        </p:txBody>
      </p:sp>
      <p:pic>
        <p:nvPicPr>
          <p:cNvPr id="21" name="Imagem 20">
            <a:extLst>
              <a:ext uri="{FF2B5EF4-FFF2-40B4-BE49-F238E27FC236}">
                <a16:creationId xmlns:a16="http://schemas.microsoft.com/office/drawing/2014/main" id="{A1AFB2FA-E437-2FFD-12FD-741A501A7306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20000"/>
            <a:duotone>
              <a:schemeClr val="accent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9689270" y="2563317"/>
            <a:ext cx="2701403" cy="2701403"/>
          </a:xfrm>
          <a:prstGeom prst="rect">
            <a:avLst/>
          </a:prstGeom>
        </p:spPr>
      </p:pic>
      <p:pic>
        <p:nvPicPr>
          <p:cNvPr id="24" name="Imagem 23" descr="Localização Da Igreja Ponteiro Do Mapa Da Casa ícone Da Igreja Com O Símbolo  De Pino Da Localização Isolado No Vetor De Fundo Bran Ilustração do Vetor -  Ilustração de seta, etiqueta:">
            <a:extLst>
              <a:ext uri="{FF2B5EF4-FFF2-40B4-BE49-F238E27FC236}">
                <a16:creationId xmlns:a16="http://schemas.microsoft.com/office/drawing/2014/main" id="{6D9D26FB-4413-3002-503B-8ECC779C1DC4}"/>
              </a:ext>
            </a:extLst>
          </p:cNvPr>
          <p:cNvPicPr>
            <a:picLocks noChangeAspect="1"/>
          </p:cNvPicPr>
          <p:nvPr/>
        </p:nvPicPr>
        <p:blipFill>
          <a:blip r:embed="rId5">
            <a:duotone>
              <a:schemeClr val="accent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1543987" y="3671442"/>
            <a:ext cx="945731" cy="987875"/>
          </a:xfrm>
          <a:prstGeom prst="rect">
            <a:avLst/>
          </a:prstGeom>
        </p:spPr>
      </p:pic>
      <p:sp>
        <p:nvSpPr>
          <p:cNvPr id="26" name="Retângulo 25">
            <a:extLst>
              <a:ext uri="{FF2B5EF4-FFF2-40B4-BE49-F238E27FC236}">
                <a16:creationId xmlns:a16="http://schemas.microsoft.com/office/drawing/2014/main" id="{791912AE-C1D0-46AB-B8F5-BC95AAEAD993}"/>
              </a:ext>
            </a:extLst>
          </p:cNvPr>
          <p:cNvSpPr/>
          <p:nvPr/>
        </p:nvSpPr>
        <p:spPr>
          <a:xfrm>
            <a:off x="3672639" y="3615130"/>
            <a:ext cx="2363345" cy="1783830"/>
          </a:xfrm>
          <a:prstGeom prst="rect">
            <a:avLst/>
          </a:prstGeom>
          <a:solidFill>
            <a:schemeClr val="bg1"/>
          </a:solidFill>
          <a:ln>
            <a:solidFill>
              <a:srgbClr val="C0000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scene3d>
            <a:camera prst="perspectiveFront"/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8" name="Retângulo 27">
            <a:extLst>
              <a:ext uri="{FF2B5EF4-FFF2-40B4-BE49-F238E27FC236}">
                <a16:creationId xmlns:a16="http://schemas.microsoft.com/office/drawing/2014/main" id="{447541A8-0C5E-C4A3-9A79-488A84040440}"/>
              </a:ext>
            </a:extLst>
          </p:cNvPr>
          <p:cNvSpPr/>
          <p:nvPr/>
        </p:nvSpPr>
        <p:spPr>
          <a:xfrm>
            <a:off x="4087440" y="4676808"/>
            <a:ext cx="1593706" cy="83099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pt-BR" sz="4800" b="1" dirty="0">
                <a:latin typeface="Trade Gothic Next Rounded" panose="020F0502020204030204" pitchFamily="34" charset="0"/>
                <a:ea typeface="Cambria" panose="02040503050406030204" pitchFamily="18" charset="0"/>
              </a:rPr>
              <a:t>GUIA</a:t>
            </a:r>
          </a:p>
        </p:txBody>
      </p:sp>
      <p:sp>
        <p:nvSpPr>
          <p:cNvPr id="30" name="Retângulo 29">
            <a:extLst>
              <a:ext uri="{FF2B5EF4-FFF2-40B4-BE49-F238E27FC236}">
                <a16:creationId xmlns:a16="http://schemas.microsoft.com/office/drawing/2014/main" id="{C08F834F-FDBB-22F5-F7A9-C52A8242CD57}"/>
              </a:ext>
            </a:extLst>
          </p:cNvPr>
          <p:cNvSpPr/>
          <p:nvPr/>
        </p:nvSpPr>
        <p:spPr>
          <a:xfrm>
            <a:off x="6445819" y="3615130"/>
            <a:ext cx="2363345" cy="1783830"/>
          </a:xfrm>
          <a:prstGeom prst="rect">
            <a:avLst/>
          </a:prstGeom>
          <a:solidFill>
            <a:schemeClr val="bg1"/>
          </a:solidFill>
          <a:ln>
            <a:solidFill>
              <a:srgbClr val="C0000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scene3d>
            <a:camera prst="perspectiveFront"/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2" name="Retângulo 31">
            <a:extLst>
              <a:ext uri="{FF2B5EF4-FFF2-40B4-BE49-F238E27FC236}">
                <a16:creationId xmlns:a16="http://schemas.microsoft.com/office/drawing/2014/main" id="{6023268F-F6B2-260B-70C1-6F57E2889DE1}"/>
              </a:ext>
            </a:extLst>
          </p:cNvPr>
          <p:cNvSpPr/>
          <p:nvPr/>
        </p:nvSpPr>
        <p:spPr>
          <a:xfrm>
            <a:off x="6448324" y="4676808"/>
            <a:ext cx="2358338" cy="76944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pt-BR" sz="4400" b="1" dirty="0">
                <a:latin typeface="Trade Gothic Next Rounded" panose="020F0502020204030204" pitchFamily="34" charset="0"/>
                <a:ea typeface="Cambria" panose="02040503050406030204" pitchFamily="18" charset="0"/>
              </a:rPr>
              <a:t>GALERIA</a:t>
            </a:r>
          </a:p>
        </p:txBody>
      </p:sp>
      <p:pic>
        <p:nvPicPr>
          <p:cNvPr id="33" name="Imagem 32" descr="Guia Ilustrações, Vetores E Clipart De Stock – (297,813 Stock Illustrations)">
            <a:extLst>
              <a:ext uri="{FF2B5EF4-FFF2-40B4-BE49-F238E27FC236}">
                <a16:creationId xmlns:a16="http://schemas.microsoft.com/office/drawing/2014/main" id="{0D14CF21-C6AF-7FA2-B6D6-1454608B66F6}"/>
              </a:ext>
            </a:extLst>
          </p:cNvPr>
          <p:cNvPicPr>
            <a:picLocks noChangeAspect="1"/>
          </p:cNvPicPr>
          <p:nvPr/>
        </p:nvPicPr>
        <p:blipFill>
          <a:blip r:embed="rId6">
            <a:duotone>
              <a:schemeClr val="accent2">
                <a:shade val="45000"/>
                <a:satMod val="135000"/>
              </a:schemeClr>
              <a:prstClr val="white"/>
            </a:duotone>
          </a:blip>
          <a:srcRect l="19851" t="15947" r="18436" b="33038"/>
          <a:stretch>
            <a:fillRect/>
          </a:stretch>
        </p:blipFill>
        <p:spPr>
          <a:xfrm>
            <a:off x="4386041" y="3758785"/>
            <a:ext cx="1019856" cy="843073"/>
          </a:xfrm>
          <a:prstGeom prst="rect">
            <a:avLst/>
          </a:prstGeom>
        </p:spPr>
      </p:pic>
      <p:pic>
        <p:nvPicPr>
          <p:cNvPr id="34" name="Imagem 33" descr="Fotografia icon: 826 mil imagens, fotos e ilustrações stock livres de  direitos | Shutterstock">
            <a:extLst>
              <a:ext uri="{FF2B5EF4-FFF2-40B4-BE49-F238E27FC236}">
                <a16:creationId xmlns:a16="http://schemas.microsoft.com/office/drawing/2014/main" id="{B8264D8C-BB40-EDDD-0516-CA7A8CA49F43}"/>
              </a:ext>
            </a:extLst>
          </p:cNvPr>
          <p:cNvPicPr>
            <a:picLocks noChangeAspect="1"/>
          </p:cNvPicPr>
          <p:nvPr/>
        </p:nvPicPr>
        <p:blipFill>
          <a:blip r:embed="rId7">
            <a:duotone>
              <a:schemeClr val="accent2">
                <a:shade val="45000"/>
                <a:satMod val="135000"/>
              </a:schemeClr>
              <a:prstClr val="white"/>
            </a:duotone>
          </a:blip>
          <a:srcRect l="51990" t="13747" b="26323"/>
          <a:stretch>
            <a:fillRect/>
          </a:stretch>
        </p:blipFill>
        <p:spPr>
          <a:xfrm>
            <a:off x="7088421" y="3660100"/>
            <a:ext cx="1304275" cy="986728"/>
          </a:xfrm>
          <a:prstGeom prst="rect">
            <a:avLst/>
          </a:prstGeom>
        </p:spPr>
      </p:pic>
      <p:sp>
        <p:nvSpPr>
          <p:cNvPr id="36" name="Retângulo 35">
            <a:extLst>
              <a:ext uri="{FF2B5EF4-FFF2-40B4-BE49-F238E27FC236}">
                <a16:creationId xmlns:a16="http://schemas.microsoft.com/office/drawing/2014/main" id="{527AE968-42FB-4E9C-8169-1F2E92F6DFDE}"/>
              </a:ext>
            </a:extLst>
          </p:cNvPr>
          <p:cNvSpPr/>
          <p:nvPr/>
        </p:nvSpPr>
        <p:spPr>
          <a:xfrm>
            <a:off x="9274489" y="110969"/>
            <a:ext cx="2713421" cy="494050"/>
          </a:xfrm>
          <a:prstGeom prst="rect">
            <a:avLst/>
          </a:prstGeom>
          <a:solidFill>
            <a:schemeClr val="bg1"/>
          </a:solidFill>
          <a:ln>
            <a:solidFill>
              <a:srgbClr val="C0000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scene3d>
            <a:camera prst="perspectiveFront"/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38" name="Imagem 37" descr="Configurações - ícones de ui grátis">
            <a:extLst>
              <a:ext uri="{FF2B5EF4-FFF2-40B4-BE49-F238E27FC236}">
                <a16:creationId xmlns:a16="http://schemas.microsoft.com/office/drawing/2014/main" id="{EB655F1C-54F3-49AE-AFC7-C4E1CE0BB88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482983" y="179883"/>
            <a:ext cx="347325" cy="347325"/>
          </a:xfrm>
          <a:prstGeom prst="rect">
            <a:avLst/>
          </a:prstGeom>
        </p:spPr>
      </p:pic>
      <p:pic>
        <p:nvPicPr>
          <p:cNvPr id="39" name="Imagem 38" descr="sinal de vetor do símbolo de tradução do idioma é isolado em um fundo branco. cor do ícone de tradução de idioma editável. 9687557 Vetor no Vecteezy">
            <a:extLst>
              <a:ext uri="{FF2B5EF4-FFF2-40B4-BE49-F238E27FC236}">
                <a16:creationId xmlns:a16="http://schemas.microsoft.com/office/drawing/2014/main" id="{B70A902E-8B43-8518-ECC2-0E8290197A38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 l="22657" t="24436" r="26149" b="24047"/>
          <a:stretch>
            <a:fillRect/>
          </a:stretch>
        </p:blipFill>
        <p:spPr>
          <a:xfrm>
            <a:off x="9416260" y="132099"/>
            <a:ext cx="392622" cy="395109"/>
          </a:xfrm>
          <a:prstGeom prst="rect">
            <a:avLst/>
          </a:prstGeom>
        </p:spPr>
      </p:pic>
      <p:sp>
        <p:nvSpPr>
          <p:cNvPr id="41" name="Retângulo 40">
            <a:extLst>
              <a:ext uri="{FF2B5EF4-FFF2-40B4-BE49-F238E27FC236}">
                <a16:creationId xmlns:a16="http://schemas.microsoft.com/office/drawing/2014/main" id="{141743AF-6387-FC49-94FA-EB0A33E9D803}"/>
              </a:ext>
            </a:extLst>
          </p:cNvPr>
          <p:cNvSpPr/>
          <p:nvPr/>
        </p:nvSpPr>
        <p:spPr>
          <a:xfrm>
            <a:off x="9827587" y="180015"/>
            <a:ext cx="798617" cy="30777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pt-BR" sz="1400" b="1" dirty="0">
                <a:latin typeface="Trade Gothic Next Rounded" panose="020F0502020204030204" pitchFamily="34" charset="0"/>
                <a:ea typeface="Cambria" panose="02040503050406030204" pitchFamily="18" charset="0"/>
              </a:rPr>
              <a:t>IDIOMA</a:t>
            </a:r>
          </a:p>
        </p:txBody>
      </p:sp>
      <p:sp>
        <p:nvSpPr>
          <p:cNvPr id="43" name="Retângulo 42">
            <a:extLst>
              <a:ext uri="{FF2B5EF4-FFF2-40B4-BE49-F238E27FC236}">
                <a16:creationId xmlns:a16="http://schemas.microsoft.com/office/drawing/2014/main" id="{FC85FC3C-49C9-F66C-360E-70272480F0FF}"/>
              </a:ext>
            </a:extLst>
          </p:cNvPr>
          <p:cNvSpPr/>
          <p:nvPr/>
        </p:nvSpPr>
        <p:spPr>
          <a:xfrm>
            <a:off x="9274489" y="3596394"/>
            <a:ext cx="2363345" cy="1783830"/>
          </a:xfrm>
          <a:prstGeom prst="rect">
            <a:avLst/>
          </a:prstGeom>
          <a:noFill/>
          <a:ln>
            <a:solidFill>
              <a:srgbClr val="C0000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scene3d>
            <a:camera prst="perspectiveFront"/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5" name="Retângulo 44">
            <a:extLst>
              <a:ext uri="{FF2B5EF4-FFF2-40B4-BE49-F238E27FC236}">
                <a16:creationId xmlns:a16="http://schemas.microsoft.com/office/drawing/2014/main" id="{26027BD9-6060-D85E-8D22-A1F06D6FBAC1}"/>
              </a:ext>
            </a:extLst>
          </p:cNvPr>
          <p:cNvSpPr/>
          <p:nvPr/>
        </p:nvSpPr>
        <p:spPr>
          <a:xfrm>
            <a:off x="9496153" y="4581995"/>
            <a:ext cx="1920013" cy="76944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pt-BR" sz="4400" b="1" dirty="0">
                <a:latin typeface="Trade Gothic Next Rounded" panose="020F0502020204030204" pitchFamily="34" charset="0"/>
                <a:ea typeface="Cambria" panose="02040503050406030204" pitchFamily="18" charset="0"/>
              </a:rPr>
              <a:t>AJUDA</a:t>
            </a:r>
          </a:p>
        </p:txBody>
      </p:sp>
      <p:sp>
        <p:nvSpPr>
          <p:cNvPr id="47" name="Retângulo 46">
            <a:extLst>
              <a:ext uri="{FF2B5EF4-FFF2-40B4-BE49-F238E27FC236}">
                <a16:creationId xmlns:a16="http://schemas.microsoft.com/office/drawing/2014/main" id="{A7BBD620-E322-0AC8-FB1E-7CEDEFAA4AC6}"/>
              </a:ext>
            </a:extLst>
          </p:cNvPr>
          <p:cNvSpPr/>
          <p:nvPr/>
        </p:nvSpPr>
        <p:spPr>
          <a:xfrm>
            <a:off x="10210065" y="3650941"/>
            <a:ext cx="587020" cy="1200329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pt-BR" sz="7200" b="1" dirty="0">
                <a:solidFill>
                  <a:srgbClr val="C00000"/>
                </a:solidFill>
                <a:latin typeface="Trade Gothic Next Rounded" panose="020F0502020204030204" pitchFamily="34" charset="0"/>
                <a:ea typeface="Cambria" panose="02040503050406030204" pitchFamily="18" charset="0"/>
              </a:rPr>
              <a:t>?</a:t>
            </a:r>
          </a:p>
        </p:txBody>
      </p:sp>
      <p:pic>
        <p:nvPicPr>
          <p:cNvPr id="48" name="Imagem 47" descr="Som ligado - ícones de rede grátis">
            <a:extLst>
              <a:ext uri="{FF2B5EF4-FFF2-40B4-BE49-F238E27FC236}">
                <a16:creationId xmlns:a16="http://schemas.microsoft.com/office/drawing/2014/main" id="{3F3297B2-76A3-BB72-5E3F-95B0451405BE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794229" y="148473"/>
            <a:ext cx="378735" cy="3787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41962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553DF9-2E01-E4A7-2E54-D2AAF2A3B6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Imagem 22">
            <a:extLst>
              <a:ext uri="{FF2B5EF4-FFF2-40B4-BE49-F238E27FC236}">
                <a16:creationId xmlns:a16="http://schemas.microsoft.com/office/drawing/2014/main" id="{676B1BE4-17AC-8CC2-D155-4CA606AF6F34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  <a:duotone>
              <a:schemeClr val="accent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2827570" y="0"/>
            <a:ext cx="8276678" cy="7062112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6B8716F6-0DA4-9759-5BE6-C8087A08240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183567" y="605019"/>
            <a:ext cx="9144000" cy="1353279"/>
          </a:xfrm>
        </p:spPr>
        <p:txBody>
          <a:bodyPr>
            <a:normAutofit/>
          </a:bodyPr>
          <a:lstStyle/>
          <a:p>
            <a:r>
              <a:rPr lang="pt-BR" sz="7200" dirty="0"/>
              <a:t>𝕽𝖔𝖙𝖆 𝕾𝖆𝖈𝖗𝖆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02483B5A-2272-B23F-92B9-A9C1E5E46B3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051685" y="5921113"/>
            <a:ext cx="2293496" cy="790731"/>
          </a:xfrm>
          <a:ln w="38100"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normAutofit fontScale="92500" lnSpcReduction="10000"/>
          </a:bodyPr>
          <a:lstStyle/>
          <a:p>
            <a:endParaRPr lang="pt-BR" sz="1100" dirty="0">
              <a:latin typeface="Trade Gothic Next Rounded" panose="020F0502020204030204" pitchFamily="34" charset="0"/>
            </a:endParaRPr>
          </a:p>
          <a:p>
            <a:r>
              <a:rPr lang="pt-BR" sz="3600" dirty="0">
                <a:solidFill>
                  <a:srgbClr val="C00000"/>
                </a:solidFill>
                <a:latin typeface="Trade Gothic Next Rounded" panose="020F0502020204030204" pitchFamily="34" charset="0"/>
              </a:rPr>
              <a:t>VOLTAR</a:t>
            </a: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16DDD63E-3674-4B84-24B7-9C5FDE67B52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9722" y="194878"/>
            <a:ext cx="2493289" cy="2556678"/>
          </a:xfrm>
          <a:prstGeom prst="rect">
            <a:avLst/>
          </a:prstGeom>
        </p:spPr>
      </p:pic>
      <p:sp>
        <p:nvSpPr>
          <p:cNvPr id="13" name="Retângulo 12">
            <a:extLst>
              <a:ext uri="{FF2B5EF4-FFF2-40B4-BE49-F238E27FC236}">
                <a16:creationId xmlns:a16="http://schemas.microsoft.com/office/drawing/2014/main" id="{1F5A73D8-5F40-211F-63F6-663070B307A0}"/>
              </a:ext>
            </a:extLst>
          </p:cNvPr>
          <p:cNvSpPr/>
          <p:nvPr/>
        </p:nvSpPr>
        <p:spPr>
          <a:xfrm>
            <a:off x="3727654" y="3045750"/>
            <a:ext cx="5636776" cy="790731"/>
          </a:xfrm>
          <a:prstGeom prst="rect">
            <a:avLst/>
          </a:prstGeom>
          <a:solidFill>
            <a:schemeClr val="bg1"/>
          </a:solidFill>
          <a:ln>
            <a:solidFill>
              <a:srgbClr val="C0000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scene3d>
            <a:camera prst="perspectiveFront"/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4" name="Retângulo 13">
            <a:extLst>
              <a:ext uri="{FF2B5EF4-FFF2-40B4-BE49-F238E27FC236}">
                <a16:creationId xmlns:a16="http://schemas.microsoft.com/office/drawing/2014/main" id="{E97B850D-76FC-5F44-5C21-D5E102A5E5C4}"/>
              </a:ext>
            </a:extLst>
          </p:cNvPr>
          <p:cNvSpPr/>
          <p:nvPr/>
        </p:nvSpPr>
        <p:spPr>
          <a:xfrm>
            <a:off x="1595811" y="3117599"/>
            <a:ext cx="1834155" cy="70788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pt-BR" sz="4000" b="1" dirty="0">
                <a:latin typeface="Trade Gothic Next Rounded" panose="020F0502020204030204" pitchFamily="34" charset="0"/>
                <a:ea typeface="Cambria" panose="02040503050406030204" pitchFamily="18" charset="0"/>
              </a:rPr>
              <a:t>E-MAIL</a:t>
            </a:r>
          </a:p>
        </p:txBody>
      </p:sp>
      <p:pic>
        <p:nvPicPr>
          <p:cNvPr id="21" name="Imagem 20">
            <a:extLst>
              <a:ext uri="{FF2B5EF4-FFF2-40B4-BE49-F238E27FC236}">
                <a16:creationId xmlns:a16="http://schemas.microsoft.com/office/drawing/2014/main" id="{8296F230-37EB-A710-BCF1-3E4AC4FCD1BE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20000"/>
            <a:duotone>
              <a:schemeClr val="accent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9689270" y="2563317"/>
            <a:ext cx="2701403" cy="2701403"/>
          </a:xfrm>
          <a:prstGeom prst="rect">
            <a:avLst/>
          </a:prstGeom>
        </p:spPr>
      </p:pic>
      <p:sp>
        <p:nvSpPr>
          <p:cNvPr id="36" name="Retângulo 35">
            <a:extLst>
              <a:ext uri="{FF2B5EF4-FFF2-40B4-BE49-F238E27FC236}">
                <a16:creationId xmlns:a16="http://schemas.microsoft.com/office/drawing/2014/main" id="{723A2AE7-4587-BE9F-98D0-C0FB55251C9A}"/>
              </a:ext>
            </a:extLst>
          </p:cNvPr>
          <p:cNvSpPr/>
          <p:nvPr/>
        </p:nvSpPr>
        <p:spPr>
          <a:xfrm>
            <a:off x="9624565" y="110969"/>
            <a:ext cx="2363345" cy="494050"/>
          </a:xfrm>
          <a:prstGeom prst="rect">
            <a:avLst/>
          </a:prstGeom>
          <a:solidFill>
            <a:schemeClr val="bg1"/>
          </a:solidFill>
          <a:ln>
            <a:solidFill>
              <a:srgbClr val="C0000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scene3d>
            <a:camera prst="perspectiveFront"/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38" name="Imagem 37" descr="Configurações - ícones de ui grátis">
            <a:extLst>
              <a:ext uri="{FF2B5EF4-FFF2-40B4-BE49-F238E27FC236}">
                <a16:creationId xmlns:a16="http://schemas.microsoft.com/office/drawing/2014/main" id="{2C11AF43-2718-CB14-A662-73480805A6C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482983" y="179883"/>
            <a:ext cx="347325" cy="347325"/>
          </a:xfrm>
          <a:prstGeom prst="rect">
            <a:avLst/>
          </a:prstGeom>
        </p:spPr>
      </p:pic>
      <p:pic>
        <p:nvPicPr>
          <p:cNvPr id="39" name="Imagem 38" descr="sinal de vetor do símbolo de tradução do idioma é isolado em um fundo branco. cor do ícone de tradução de idioma editável. 9687557 Vetor no Vecteezy">
            <a:extLst>
              <a:ext uri="{FF2B5EF4-FFF2-40B4-BE49-F238E27FC236}">
                <a16:creationId xmlns:a16="http://schemas.microsoft.com/office/drawing/2014/main" id="{5532C838-F40E-0EFD-D01E-DA51CE0EFF76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22657" t="24436" r="26149" b="24047"/>
          <a:stretch>
            <a:fillRect/>
          </a:stretch>
        </p:blipFill>
        <p:spPr>
          <a:xfrm>
            <a:off x="9727865" y="134913"/>
            <a:ext cx="392622" cy="395109"/>
          </a:xfrm>
          <a:prstGeom prst="rect">
            <a:avLst/>
          </a:prstGeom>
        </p:spPr>
      </p:pic>
      <p:sp>
        <p:nvSpPr>
          <p:cNvPr id="41" name="Retângulo 40">
            <a:extLst>
              <a:ext uri="{FF2B5EF4-FFF2-40B4-BE49-F238E27FC236}">
                <a16:creationId xmlns:a16="http://schemas.microsoft.com/office/drawing/2014/main" id="{F1389F19-01A6-1D9A-5ACB-227447D30672}"/>
              </a:ext>
            </a:extLst>
          </p:cNvPr>
          <p:cNvSpPr/>
          <p:nvPr/>
        </p:nvSpPr>
        <p:spPr>
          <a:xfrm>
            <a:off x="10148020" y="211367"/>
            <a:ext cx="798617" cy="30777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pt-BR" sz="1400" b="1" dirty="0">
                <a:latin typeface="Trade Gothic Next Rounded" panose="020F0502020204030204" pitchFamily="34" charset="0"/>
                <a:ea typeface="Cambria" panose="02040503050406030204" pitchFamily="18" charset="0"/>
              </a:rPr>
              <a:t>IDIOMA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93F6EE37-DDE5-FA51-C6DF-FD4E0B27F6AF}"/>
              </a:ext>
            </a:extLst>
          </p:cNvPr>
          <p:cNvSpPr/>
          <p:nvPr/>
        </p:nvSpPr>
        <p:spPr>
          <a:xfrm>
            <a:off x="3745144" y="4142520"/>
            <a:ext cx="5582881" cy="790731"/>
          </a:xfrm>
          <a:prstGeom prst="rect">
            <a:avLst/>
          </a:prstGeom>
          <a:solidFill>
            <a:schemeClr val="bg1"/>
          </a:solidFill>
          <a:ln>
            <a:solidFill>
              <a:srgbClr val="C0000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scene3d>
            <a:camera prst="perspectiveFront"/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0A9CC17E-B355-65D9-6E85-6990F91BEA8E}"/>
              </a:ext>
            </a:extLst>
          </p:cNvPr>
          <p:cNvSpPr/>
          <p:nvPr/>
        </p:nvSpPr>
        <p:spPr>
          <a:xfrm>
            <a:off x="1587797" y="4191528"/>
            <a:ext cx="1850186" cy="70788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pt-BR" sz="4000" b="1" dirty="0">
                <a:latin typeface="Trade Gothic Next Rounded" panose="020F0502020204030204" pitchFamily="34" charset="0"/>
                <a:ea typeface="Cambria" panose="02040503050406030204" pitchFamily="18" charset="0"/>
              </a:rPr>
              <a:t>SENHA</a:t>
            </a:r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E334308C-4787-4427-21DF-5E9E27B9F8BC}"/>
              </a:ext>
            </a:extLst>
          </p:cNvPr>
          <p:cNvSpPr/>
          <p:nvPr/>
        </p:nvSpPr>
        <p:spPr>
          <a:xfrm>
            <a:off x="6918135" y="5077519"/>
            <a:ext cx="3202352" cy="52322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pt-BR" sz="2800" b="1" dirty="0">
                <a:latin typeface="Trade Gothic Next Rounded" panose="020F0502020204030204" pitchFamily="34" charset="0"/>
                <a:ea typeface="Cambria" panose="02040503050406030204" pitchFamily="18" charset="0"/>
              </a:rPr>
              <a:t>ESQUECI A SENHA</a:t>
            </a:r>
          </a:p>
        </p:txBody>
      </p:sp>
      <p:pic>
        <p:nvPicPr>
          <p:cNvPr id="11" name="Imagem 10" descr="olho ícone definir. visão símbolo. mostrar senha e ocultar senha. retina  Varredura olho sinais. incógnito modo ícone. invisível olho 66319016 Vetor  no Vecteezy">
            <a:extLst>
              <a:ext uri="{FF2B5EF4-FFF2-40B4-BE49-F238E27FC236}">
                <a16:creationId xmlns:a16="http://schemas.microsoft.com/office/drawing/2014/main" id="{BD32DDD4-9392-1953-79EB-A8510A3844C7}"/>
              </a:ext>
            </a:extLst>
          </p:cNvPr>
          <p:cNvPicPr>
            <a:picLocks noChangeAspect="1"/>
          </p:cNvPicPr>
          <p:nvPr/>
        </p:nvPicPr>
        <p:blipFill>
          <a:blip r:embed="rId7">
            <a:lum bright="70000" contrast="-70000"/>
          </a:blip>
          <a:srcRect l="52783" t="-26" r="1" b="51744"/>
          <a:stretch>
            <a:fillRect/>
          </a:stretch>
        </p:blipFill>
        <p:spPr>
          <a:xfrm>
            <a:off x="8581973" y="4328233"/>
            <a:ext cx="577015" cy="410871"/>
          </a:xfrm>
          <a:prstGeom prst="rect">
            <a:avLst/>
          </a:prstGeom>
        </p:spPr>
      </p:pic>
      <p:sp>
        <p:nvSpPr>
          <p:cNvPr id="12" name="Retângulo 11">
            <a:extLst>
              <a:ext uri="{FF2B5EF4-FFF2-40B4-BE49-F238E27FC236}">
                <a16:creationId xmlns:a16="http://schemas.microsoft.com/office/drawing/2014/main" id="{BA0BF280-AE26-511F-60F0-5F8CD812B333}"/>
              </a:ext>
            </a:extLst>
          </p:cNvPr>
          <p:cNvSpPr/>
          <p:nvPr/>
        </p:nvSpPr>
        <p:spPr>
          <a:xfrm>
            <a:off x="3089122" y="5077519"/>
            <a:ext cx="3300584" cy="52322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pt-BR" sz="2800" b="1" dirty="0">
                <a:latin typeface="Trade Gothic Next Rounded" panose="020F0502020204030204" pitchFamily="34" charset="0"/>
                <a:ea typeface="Cambria" panose="02040503050406030204" pitchFamily="18" charset="0"/>
              </a:rPr>
              <a:t>PRIMEIRO ACESSO</a:t>
            </a:r>
          </a:p>
        </p:txBody>
      </p:sp>
    </p:spTree>
    <p:extLst>
      <p:ext uri="{BB962C8B-B14F-4D97-AF65-F5344CB8AC3E}">
        <p14:creationId xmlns:p14="http://schemas.microsoft.com/office/powerpoint/2010/main" val="7257836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CD7F0D-AADA-8778-6614-BEBF996C0A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Imagem 22">
            <a:extLst>
              <a:ext uri="{FF2B5EF4-FFF2-40B4-BE49-F238E27FC236}">
                <a16:creationId xmlns:a16="http://schemas.microsoft.com/office/drawing/2014/main" id="{87DA5D5C-11D2-3876-D2B1-D713905E2830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  <a:duotone>
              <a:schemeClr val="accent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2827570" y="0"/>
            <a:ext cx="8276678" cy="7062112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50F8A4C3-5347-CC7D-1F3C-F13D5C3EDF3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48655" y="724900"/>
            <a:ext cx="9144000" cy="1353279"/>
          </a:xfrm>
        </p:spPr>
        <p:txBody>
          <a:bodyPr>
            <a:normAutofit/>
          </a:bodyPr>
          <a:lstStyle/>
          <a:p>
            <a:r>
              <a:rPr lang="pt-BR" sz="7200" dirty="0"/>
              <a:t>𝕽𝖔𝖙𝖆 𝕾𝖆𝖈𝖗𝖆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0230E684-0CA7-8C6D-124D-C42C6C048F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051685" y="5756223"/>
            <a:ext cx="2293496" cy="790731"/>
          </a:xfrm>
          <a:ln w="38100"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normAutofit fontScale="92500" lnSpcReduction="10000"/>
          </a:bodyPr>
          <a:lstStyle/>
          <a:p>
            <a:endParaRPr lang="pt-BR" sz="1100" dirty="0">
              <a:latin typeface="Trade Gothic Next Rounded" panose="020F0502020204030204" pitchFamily="34" charset="0"/>
            </a:endParaRPr>
          </a:p>
          <a:p>
            <a:r>
              <a:rPr lang="pt-BR" sz="3600" dirty="0">
                <a:solidFill>
                  <a:srgbClr val="C00000"/>
                </a:solidFill>
                <a:latin typeface="Trade Gothic Next Rounded" panose="020F0502020204030204" pitchFamily="34" charset="0"/>
              </a:rPr>
              <a:t>VOLTAR</a:t>
            </a: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6BA50F0D-FEC1-1D83-BA4D-E8A5F2C30AC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9722" y="194878"/>
            <a:ext cx="2493289" cy="2556678"/>
          </a:xfrm>
          <a:prstGeom prst="rect">
            <a:avLst/>
          </a:prstGeom>
        </p:spPr>
      </p:pic>
      <p:sp>
        <p:nvSpPr>
          <p:cNvPr id="13" name="Retângulo 12">
            <a:extLst>
              <a:ext uri="{FF2B5EF4-FFF2-40B4-BE49-F238E27FC236}">
                <a16:creationId xmlns:a16="http://schemas.microsoft.com/office/drawing/2014/main" id="{46B84E47-7B34-0B93-CEDA-C0BEC28888E1}"/>
              </a:ext>
            </a:extLst>
          </p:cNvPr>
          <p:cNvSpPr/>
          <p:nvPr/>
        </p:nvSpPr>
        <p:spPr>
          <a:xfrm>
            <a:off x="866983" y="3477720"/>
            <a:ext cx="2363345" cy="1783830"/>
          </a:xfrm>
          <a:prstGeom prst="rect">
            <a:avLst/>
          </a:prstGeom>
          <a:noFill/>
          <a:ln>
            <a:solidFill>
              <a:srgbClr val="C0000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scene3d>
            <a:camera prst="perspectiveFront"/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4" name="Retângulo 13">
            <a:extLst>
              <a:ext uri="{FF2B5EF4-FFF2-40B4-BE49-F238E27FC236}">
                <a16:creationId xmlns:a16="http://schemas.microsoft.com/office/drawing/2014/main" id="{623E5AED-C327-7DEB-4F0F-30FCE619E1ED}"/>
              </a:ext>
            </a:extLst>
          </p:cNvPr>
          <p:cNvSpPr/>
          <p:nvPr/>
        </p:nvSpPr>
        <p:spPr>
          <a:xfrm>
            <a:off x="1084609" y="4524408"/>
            <a:ext cx="1928092" cy="83099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pt-BR" sz="4800" b="1" dirty="0">
                <a:latin typeface="Trade Gothic Next Rounded" panose="020F0502020204030204" pitchFamily="34" charset="0"/>
                <a:ea typeface="Cambria" panose="02040503050406030204" pitchFamily="18" charset="0"/>
              </a:rPr>
              <a:t>ROTAS</a:t>
            </a:r>
          </a:p>
        </p:txBody>
      </p:sp>
      <p:pic>
        <p:nvPicPr>
          <p:cNvPr id="21" name="Imagem 20">
            <a:extLst>
              <a:ext uri="{FF2B5EF4-FFF2-40B4-BE49-F238E27FC236}">
                <a16:creationId xmlns:a16="http://schemas.microsoft.com/office/drawing/2014/main" id="{C03BC536-4FE3-D856-0DE3-951DF7B7CE57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20000"/>
            <a:duotone>
              <a:schemeClr val="accent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9689270" y="2563317"/>
            <a:ext cx="2701403" cy="2701403"/>
          </a:xfrm>
          <a:prstGeom prst="rect">
            <a:avLst/>
          </a:prstGeom>
        </p:spPr>
      </p:pic>
      <p:pic>
        <p:nvPicPr>
          <p:cNvPr id="24" name="Imagem 23" descr="Localização Da Igreja Ponteiro Do Mapa Da Casa ícone Da Igreja Com O Símbolo  De Pino Da Localização Isolado No Vetor De Fundo Bran Ilustração do Vetor -  Ilustração de seta, etiqueta:">
            <a:extLst>
              <a:ext uri="{FF2B5EF4-FFF2-40B4-BE49-F238E27FC236}">
                <a16:creationId xmlns:a16="http://schemas.microsoft.com/office/drawing/2014/main" id="{D55821F5-89B3-04FF-9B54-F6E017C85ED5}"/>
              </a:ext>
            </a:extLst>
          </p:cNvPr>
          <p:cNvPicPr>
            <a:picLocks noChangeAspect="1"/>
          </p:cNvPicPr>
          <p:nvPr/>
        </p:nvPicPr>
        <p:blipFill>
          <a:blip r:embed="rId5">
            <a:duotone>
              <a:schemeClr val="accent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1543987" y="3536532"/>
            <a:ext cx="945731" cy="987875"/>
          </a:xfrm>
          <a:prstGeom prst="rect">
            <a:avLst/>
          </a:prstGeom>
        </p:spPr>
      </p:pic>
      <p:sp>
        <p:nvSpPr>
          <p:cNvPr id="26" name="Retângulo 25">
            <a:extLst>
              <a:ext uri="{FF2B5EF4-FFF2-40B4-BE49-F238E27FC236}">
                <a16:creationId xmlns:a16="http://schemas.microsoft.com/office/drawing/2014/main" id="{BD22A093-AA54-4E84-7ED4-6D43FD5E2BE7}"/>
              </a:ext>
            </a:extLst>
          </p:cNvPr>
          <p:cNvSpPr/>
          <p:nvPr/>
        </p:nvSpPr>
        <p:spPr>
          <a:xfrm>
            <a:off x="3672639" y="3510200"/>
            <a:ext cx="2363345" cy="1783830"/>
          </a:xfrm>
          <a:prstGeom prst="rect">
            <a:avLst/>
          </a:prstGeom>
          <a:solidFill>
            <a:schemeClr val="bg1"/>
          </a:solidFill>
          <a:ln>
            <a:solidFill>
              <a:srgbClr val="C0000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scene3d>
            <a:camera prst="perspectiveFront"/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8" name="Retângulo 27">
            <a:extLst>
              <a:ext uri="{FF2B5EF4-FFF2-40B4-BE49-F238E27FC236}">
                <a16:creationId xmlns:a16="http://schemas.microsoft.com/office/drawing/2014/main" id="{F15B6C42-C5F1-289E-6533-9B7E13C25D26}"/>
              </a:ext>
            </a:extLst>
          </p:cNvPr>
          <p:cNvSpPr/>
          <p:nvPr/>
        </p:nvSpPr>
        <p:spPr>
          <a:xfrm>
            <a:off x="4087440" y="4541898"/>
            <a:ext cx="1593706" cy="83099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pt-BR" sz="4800" b="1" dirty="0">
                <a:latin typeface="Trade Gothic Next Rounded" panose="020F0502020204030204" pitchFamily="34" charset="0"/>
                <a:ea typeface="Cambria" panose="02040503050406030204" pitchFamily="18" charset="0"/>
              </a:rPr>
              <a:t>GUIA</a:t>
            </a:r>
          </a:p>
        </p:txBody>
      </p:sp>
      <p:sp>
        <p:nvSpPr>
          <p:cNvPr id="30" name="Retângulo 29">
            <a:extLst>
              <a:ext uri="{FF2B5EF4-FFF2-40B4-BE49-F238E27FC236}">
                <a16:creationId xmlns:a16="http://schemas.microsoft.com/office/drawing/2014/main" id="{D40BD809-DC49-8284-85FB-B016688C6A5A}"/>
              </a:ext>
            </a:extLst>
          </p:cNvPr>
          <p:cNvSpPr/>
          <p:nvPr/>
        </p:nvSpPr>
        <p:spPr>
          <a:xfrm>
            <a:off x="6445819" y="3510200"/>
            <a:ext cx="2363345" cy="1783830"/>
          </a:xfrm>
          <a:prstGeom prst="rect">
            <a:avLst/>
          </a:prstGeom>
          <a:solidFill>
            <a:schemeClr val="bg1"/>
          </a:solidFill>
          <a:ln>
            <a:solidFill>
              <a:srgbClr val="C0000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scene3d>
            <a:camera prst="perspectiveFront"/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2" name="Retângulo 31">
            <a:extLst>
              <a:ext uri="{FF2B5EF4-FFF2-40B4-BE49-F238E27FC236}">
                <a16:creationId xmlns:a16="http://schemas.microsoft.com/office/drawing/2014/main" id="{58A04D10-E65B-B69D-43AF-6B04DF6BD5A3}"/>
              </a:ext>
            </a:extLst>
          </p:cNvPr>
          <p:cNvSpPr/>
          <p:nvPr/>
        </p:nvSpPr>
        <p:spPr>
          <a:xfrm>
            <a:off x="6448324" y="4601858"/>
            <a:ext cx="2358338" cy="76944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pt-BR" sz="4400" b="1" dirty="0">
                <a:latin typeface="Trade Gothic Next Rounded" panose="020F0502020204030204" pitchFamily="34" charset="0"/>
                <a:ea typeface="Cambria" panose="02040503050406030204" pitchFamily="18" charset="0"/>
              </a:rPr>
              <a:t>GALERIA</a:t>
            </a:r>
          </a:p>
        </p:txBody>
      </p:sp>
      <p:pic>
        <p:nvPicPr>
          <p:cNvPr id="33" name="Imagem 32" descr="Guia Ilustrações, Vetores E Clipart De Stock – (297,813 Stock Illustrations)">
            <a:extLst>
              <a:ext uri="{FF2B5EF4-FFF2-40B4-BE49-F238E27FC236}">
                <a16:creationId xmlns:a16="http://schemas.microsoft.com/office/drawing/2014/main" id="{F0A64767-5EEA-C943-18D8-70AC36756D7F}"/>
              </a:ext>
            </a:extLst>
          </p:cNvPr>
          <p:cNvPicPr>
            <a:picLocks noChangeAspect="1"/>
          </p:cNvPicPr>
          <p:nvPr/>
        </p:nvPicPr>
        <p:blipFill>
          <a:blip r:embed="rId6">
            <a:duotone>
              <a:schemeClr val="accent2">
                <a:shade val="45000"/>
                <a:satMod val="135000"/>
              </a:schemeClr>
              <a:prstClr val="white"/>
            </a:duotone>
          </a:blip>
          <a:srcRect l="19851" t="15947" r="18436" b="33038"/>
          <a:stretch>
            <a:fillRect/>
          </a:stretch>
        </p:blipFill>
        <p:spPr>
          <a:xfrm>
            <a:off x="4386041" y="3683835"/>
            <a:ext cx="1019856" cy="843073"/>
          </a:xfrm>
          <a:prstGeom prst="rect">
            <a:avLst/>
          </a:prstGeom>
        </p:spPr>
      </p:pic>
      <p:pic>
        <p:nvPicPr>
          <p:cNvPr id="34" name="Imagem 33" descr="Fotografia icon: 826 mil imagens, fotos e ilustrações stock livres de  direitos | Shutterstock">
            <a:extLst>
              <a:ext uri="{FF2B5EF4-FFF2-40B4-BE49-F238E27FC236}">
                <a16:creationId xmlns:a16="http://schemas.microsoft.com/office/drawing/2014/main" id="{A88BF855-2CD6-4594-5B67-DAC358DEAA8B}"/>
              </a:ext>
            </a:extLst>
          </p:cNvPr>
          <p:cNvPicPr>
            <a:picLocks noChangeAspect="1"/>
          </p:cNvPicPr>
          <p:nvPr/>
        </p:nvPicPr>
        <p:blipFill>
          <a:blip r:embed="rId7">
            <a:duotone>
              <a:schemeClr val="accent2">
                <a:shade val="45000"/>
                <a:satMod val="135000"/>
              </a:schemeClr>
              <a:prstClr val="white"/>
            </a:duotone>
          </a:blip>
          <a:srcRect l="51990" t="13747" b="26323"/>
          <a:stretch>
            <a:fillRect/>
          </a:stretch>
        </p:blipFill>
        <p:spPr>
          <a:xfrm>
            <a:off x="7088421" y="3585150"/>
            <a:ext cx="1304275" cy="986728"/>
          </a:xfrm>
          <a:prstGeom prst="rect">
            <a:avLst/>
          </a:prstGeom>
        </p:spPr>
      </p:pic>
      <p:sp>
        <p:nvSpPr>
          <p:cNvPr id="36" name="Retângulo 35">
            <a:extLst>
              <a:ext uri="{FF2B5EF4-FFF2-40B4-BE49-F238E27FC236}">
                <a16:creationId xmlns:a16="http://schemas.microsoft.com/office/drawing/2014/main" id="{9CF646DE-1A73-F01D-2C31-C884ED494393}"/>
              </a:ext>
            </a:extLst>
          </p:cNvPr>
          <p:cNvSpPr/>
          <p:nvPr/>
        </p:nvSpPr>
        <p:spPr>
          <a:xfrm>
            <a:off x="9274489" y="110969"/>
            <a:ext cx="2713421" cy="494050"/>
          </a:xfrm>
          <a:prstGeom prst="rect">
            <a:avLst/>
          </a:prstGeom>
          <a:solidFill>
            <a:schemeClr val="bg1"/>
          </a:solidFill>
          <a:ln>
            <a:solidFill>
              <a:srgbClr val="C0000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scene3d>
            <a:camera prst="perspectiveFront"/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38" name="Imagem 37" descr="Configurações - ícones de ui grátis">
            <a:extLst>
              <a:ext uri="{FF2B5EF4-FFF2-40B4-BE49-F238E27FC236}">
                <a16:creationId xmlns:a16="http://schemas.microsoft.com/office/drawing/2014/main" id="{7C244734-13B3-FC5C-317C-895575E7678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482983" y="179883"/>
            <a:ext cx="347325" cy="347325"/>
          </a:xfrm>
          <a:prstGeom prst="rect">
            <a:avLst/>
          </a:prstGeom>
        </p:spPr>
      </p:pic>
      <p:pic>
        <p:nvPicPr>
          <p:cNvPr id="39" name="Imagem 38" descr="sinal de vetor do símbolo de tradução do idioma é isolado em um fundo branco. cor do ícone de tradução de idioma editável. 9687557 Vetor no Vecteezy">
            <a:extLst>
              <a:ext uri="{FF2B5EF4-FFF2-40B4-BE49-F238E27FC236}">
                <a16:creationId xmlns:a16="http://schemas.microsoft.com/office/drawing/2014/main" id="{D8A00C30-B06C-9EE4-2522-35078E296E1C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 l="22657" t="24436" r="26149" b="24047"/>
          <a:stretch>
            <a:fillRect/>
          </a:stretch>
        </p:blipFill>
        <p:spPr>
          <a:xfrm>
            <a:off x="9416260" y="132099"/>
            <a:ext cx="392622" cy="395109"/>
          </a:xfrm>
          <a:prstGeom prst="rect">
            <a:avLst/>
          </a:prstGeom>
        </p:spPr>
      </p:pic>
      <p:sp>
        <p:nvSpPr>
          <p:cNvPr id="41" name="Retângulo 40">
            <a:extLst>
              <a:ext uri="{FF2B5EF4-FFF2-40B4-BE49-F238E27FC236}">
                <a16:creationId xmlns:a16="http://schemas.microsoft.com/office/drawing/2014/main" id="{1784D25D-B569-9115-6C0C-6362E729367F}"/>
              </a:ext>
            </a:extLst>
          </p:cNvPr>
          <p:cNvSpPr/>
          <p:nvPr/>
        </p:nvSpPr>
        <p:spPr>
          <a:xfrm>
            <a:off x="9827587" y="180015"/>
            <a:ext cx="798617" cy="30777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pt-BR" sz="1400" b="1" dirty="0">
                <a:latin typeface="Trade Gothic Next Rounded" panose="020F0502020204030204" pitchFamily="34" charset="0"/>
                <a:ea typeface="Cambria" panose="02040503050406030204" pitchFamily="18" charset="0"/>
              </a:rPr>
              <a:t>IDIOMA</a:t>
            </a:r>
          </a:p>
        </p:txBody>
      </p:sp>
      <p:pic>
        <p:nvPicPr>
          <p:cNvPr id="48" name="Imagem 47" descr="Som ligado - ícones de rede grátis">
            <a:extLst>
              <a:ext uri="{FF2B5EF4-FFF2-40B4-BE49-F238E27FC236}">
                <a16:creationId xmlns:a16="http://schemas.microsoft.com/office/drawing/2014/main" id="{BCA45938-D6D3-C5BF-5807-892FC5B04D16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794229" y="148473"/>
            <a:ext cx="378735" cy="378735"/>
          </a:xfrm>
          <a:prstGeom prst="rect">
            <a:avLst/>
          </a:prstGeom>
        </p:spPr>
      </p:pic>
      <p:grpSp>
        <p:nvGrpSpPr>
          <p:cNvPr id="5" name="Agrupar 4">
            <a:extLst>
              <a:ext uri="{FF2B5EF4-FFF2-40B4-BE49-F238E27FC236}">
                <a16:creationId xmlns:a16="http://schemas.microsoft.com/office/drawing/2014/main" id="{D264A0B4-A71C-618F-FF3B-AD36C444CFCA}"/>
              </a:ext>
            </a:extLst>
          </p:cNvPr>
          <p:cNvGrpSpPr/>
          <p:nvPr/>
        </p:nvGrpSpPr>
        <p:grpSpPr>
          <a:xfrm>
            <a:off x="9169559" y="3491463"/>
            <a:ext cx="2798180" cy="3081591"/>
            <a:chOff x="9169559" y="3491463"/>
            <a:chExt cx="2798180" cy="3081591"/>
          </a:xfrm>
        </p:grpSpPr>
        <p:sp>
          <p:nvSpPr>
            <p:cNvPr id="43" name="Retângulo 42">
              <a:extLst>
                <a:ext uri="{FF2B5EF4-FFF2-40B4-BE49-F238E27FC236}">
                  <a16:creationId xmlns:a16="http://schemas.microsoft.com/office/drawing/2014/main" id="{11B2D8E0-0B06-ABA7-5BF2-BEFC2C1C81A1}"/>
                </a:ext>
              </a:extLst>
            </p:cNvPr>
            <p:cNvSpPr/>
            <p:nvPr/>
          </p:nvSpPr>
          <p:spPr>
            <a:xfrm>
              <a:off x="9169559" y="3491463"/>
              <a:ext cx="2771493" cy="3081591"/>
            </a:xfrm>
            <a:prstGeom prst="rect">
              <a:avLst/>
            </a:prstGeom>
            <a:noFill/>
            <a:ln>
              <a:solidFill>
                <a:srgbClr val="C00000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  <a:scene3d>
              <a:camera prst="perspectiveFront"/>
              <a:lightRig rig="threePt" dir="t"/>
            </a:scene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45" name="Retângulo 44">
              <a:extLst>
                <a:ext uri="{FF2B5EF4-FFF2-40B4-BE49-F238E27FC236}">
                  <a16:creationId xmlns:a16="http://schemas.microsoft.com/office/drawing/2014/main" id="{FBF81B9E-4FF4-BCC4-C187-8B02213D3944}"/>
                </a:ext>
              </a:extLst>
            </p:cNvPr>
            <p:cNvSpPr/>
            <p:nvPr/>
          </p:nvSpPr>
          <p:spPr>
            <a:xfrm>
              <a:off x="9426915" y="5336500"/>
              <a:ext cx="2540824" cy="1200329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pt-BR" sz="3600" b="1" dirty="0">
                  <a:latin typeface="Trade Gothic Next Rounded" panose="020F0502020204030204" pitchFamily="34" charset="0"/>
                  <a:ea typeface="Cambria" panose="02040503050406030204" pitchFamily="18" charset="0"/>
                </a:rPr>
                <a:t>Passaporte </a:t>
              </a:r>
            </a:p>
            <a:p>
              <a:pPr algn="ctr"/>
              <a:r>
                <a:rPr lang="pt-BR" sz="3600" b="1" dirty="0">
                  <a:latin typeface="Trade Gothic Next Rounded" panose="020F0502020204030204" pitchFamily="34" charset="0"/>
                  <a:ea typeface="Cambria" panose="02040503050406030204" pitchFamily="18" charset="0"/>
                </a:rPr>
                <a:t>Digital</a:t>
              </a:r>
            </a:p>
          </p:txBody>
        </p:sp>
        <p:pic>
          <p:nvPicPr>
            <p:cNvPr id="4" name="Imagem 3" descr="sinal de vetor do símbolo do passaporte é isolado em um fundo branco. cor  do ícone do passaporte editável. 9685779 Vetor no Vecteezy">
              <a:extLst>
                <a:ext uri="{FF2B5EF4-FFF2-40B4-BE49-F238E27FC236}">
                  <a16:creationId xmlns:a16="http://schemas.microsoft.com/office/drawing/2014/main" id="{6B338A95-0CC7-F1E8-D4C0-F52EDD35AA41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duotone>
                <a:schemeClr val="accent2">
                  <a:shade val="45000"/>
                  <a:satMod val="135000"/>
                </a:schemeClr>
                <a:prstClr val="white"/>
              </a:duotone>
            </a:blip>
            <a:srcRect l="32288" t="23145" r="32052" b="21953"/>
            <a:stretch>
              <a:fillRect/>
            </a:stretch>
          </p:blipFill>
          <p:spPr>
            <a:xfrm>
              <a:off x="10025826" y="3660228"/>
              <a:ext cx="1110815" cy="1710167"/>
            </a:xfrm>
            <a:prstGeom prst="rect">
              <a:avLst/>
            </a:prstGeom>
          </p:spPr>
        </p:pic>
      </p:grpSp>
      <p:pic>
        <p:nvPicPr>
          <p:cNvPr id="8" name="Imagem 7">
            <a:extLst>
              <a:ext uri="{FF2B5EF4-FFF2-40B4-BE49-F238E27FC236}">
                <a16:creationId xmlns:a16="http://schemas.microsoft.com/office/drawing/2014/main" id="{C823387E-4EE3-0787-9CE6-1EB02FB74537}"/>
              </a:ext>
            </a:extLst>
          </p:cNvPr>
          <p:cNvPicPr>
            <a:picLocks noChangeAspect="1"/>
          </p:cNvPicPr>
          <p:nvPr/>
        </p:nvPicPr>
        <p:blipFill>
          <a:blip r:embed="rId12">
            <a:duotone>
              <a:schemeClr val="accent2">
                <a:shade val="45000"/>
                <a:satMod val="135000"/>
              </a:schemeClr>
              <a:prstClr val="white"/>
            </a:duotone>
          </a:blip>
          <a:srcRect l="3927" t="8645" r="4341" b="4639"/>
          <a:stretch>
            <a:fillRect/>
          </a:stretch>
        </p:blipFill>
        <p:spPr>
          <a:xfrm flipH="1">
            <a:off x="10149363" y="4080126"/>
            <a:ext cx="848031" cy="7373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87100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DBD706-7C0D-7567-5A06-8C99896CB0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Imagem 22">
            <a:extLst>
              <a:ext uri="{FF2B5EF4-FFF2-40B4-BE49-F238E27FC236}">
                <a16:creationId xmlns:a16="http://schemas.microsoft.com/office/drawing/2014/main" id="{DD3A96B8-D907-15B2-36E7-569F8FFC1981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  <a:duotone>
              <a:schemeClr val="accent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2827570" y="0"/>
            <a:ext cx="8276678" cy="7062112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12988178-97D8-1533-3ABD-6579908BC91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48973" y="-107014"/>
            <a:ext cx="9144000" cy="1353279"/>
          </a:xfrm>
        </p:spPr>
        <p:txBody>
          <a:bodyPr>
            <a:normAutofit/>
          </a:bodyPr>
          <a:lstStyle/>
          <a:p>
            <a:r>
              <a:rPr lang="pt-BR" sz="7200" dirty="0"/>
              <a:t>𝕽𝖔𝖙𝖆 𝕾𝖆𝖈𝖗𝖆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09E0552C-8805-383F-AB57-95947BE8642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104247" y="6269940"/>
            <a:ext cx="935473" cy="455745"/>
          </a:xfrm>
          <a:ln w="38100"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normAutofit fontScale="62500" lnSpcReduction="20000"/>
          </a:bodyPr>
          <a:lstStyle/>
          <a:p>
            <a:endParaRPr lang="pt-BR" sz="700" dirty="0">
              <a:latin typeface="Trade Gothic Next Rounded" panose="020F0502020204030204" pitchFamily="34" charset="0"/>
            </a:endParaRPr>
          </a:p>
          <a:p>
            <a:r>
              <a:rPr lang="pt-BR" dirty="0">
                <a:solidFill>
                  <a:srgbClr val="C00000"/>
                </a:solidFill>
                <a:latin typeface="Trade Gothic Next Rounded" panose="020F0502020204030204" pitchFamily="34" charset="0"/>
              </a:rPr>
              <a:t>VOLTAR</a:t>
            </a: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84461566-43D0-05D1-9FAC-B1294F2C8C0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0011" y="179883"/>
            <a:ext cx="983967" cy="1053855"/>
          </a:xfrm>
          <a:prstGeom prst="rect">
            <a:avLst/>
          </a:prstGeom>
        </p:spPr>
      </p:pic>
      <p:pic>
        <p:nvPicPr>
          <p:cNvPr id="21" name="Imagem 20">
            <a:extLst>
              <a:ext uri="{FF2B5EF4-FFF2-40B4-BE49-F238E27FC236}">
                <a16:creationId xmlns:a16="http://schemas.microsoft.com/office/drawing/2014/main" id="{EFA5BB74-3950-18A3-B7EF-26BB615BD3D4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20000"/>
            <a:duotone>
              <a:schemeClr val="accent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9689270" y="2563317"/>
            <a:ext cx="2701403" cy="2701403"/>
          </a:xfrm>
          <a:prstGeom prst="rect">
            <a:avLst/>
          </a:prstGeom>
        </p:spPr>
      </p:pic>
      <p:sp>
        <p:nvSpPr>
          <p:cNvPr id="36" name="Retângulo 35">
            <a:extLst>
              <a:ext uri="{FF2B5EF4-FFF2-40B4-BE49-F238E27FC236}">
                <a16:creationId xmlns:a16="http://schemas.microsoft.com/office/drawing/2014/main" id="{126DB460-C298-535F-4B75-801BA6AC4A3F}"/>
              </a:ext>
            </a:extLst>
          </p:cNvPr>
          <p:cNvSpPr/>
          <p:nvPr/>
        </p:nvSpPr>
        <p:spPr>
          <a:xfrm>
            <a:off x="9274489" y="110969"/>
            <a:ext cx="2713421" cy="494050"/>
          </a:xfrm>
          <a:prstGeom prst="rect">
            <a:avLst/>
          </a:prstGeom>
          <a:solidFill>
            <a:schemeClr val="bg1"/>
          </a:solidFill>
          <a:ln>
            <a:solidFill>
              <a:srgbClr val="C0000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scene3d>
            <a:camera prst="perspectiveFront"/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38" name="Imagem 37" descr="Configurações - ícones de ui grátis">
            <a:extLst>
              <a:ext uri="{FF2B5EF4-FFF2-40B4-BE49-F238E27FC236}">
                <a16:creationId xmlns:a16="http://schemas.microsoft.com/office/drawing/2014/main" id="{A556DF85-F176-4FA3-61DB-8F97321C502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482983" y="179883"/>
            <a:ext cx="347325" cy="347325"/>
          </a:xfrm>
          <a:prstGeom prst="rect">
            <a:avLst/>
          </a:prstGeom>
        </p:spPr>
      </p:pic>
      <p:pic>
        <p:nvPicPr>
          <p:cNvPr id="39" name="Imagem 38" descr="sinal de vetor do símbolo de tradução do idioma é isolado em um fundo branco. cor do ícone de tradução de idioma editável. 9687557 Vetor no Vecteezy">
            <a:extLst>
              <a:ext uri="{FF2B5EF4-FFF2-40B4-BE49-F238E27FC236}">
                <a16:creationId xmlns:a16="http://schemas.microsoft.com/office/drawing/2014/main" id="{A1B55B46-95E7-1DF9-56D9-8487D40FD31E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22657" t="24436" r="26149" b="24047"/>
          <a:stretch>
            <a:fillRect/>
          </a:stretch>
        </p:blipFill>
        <p:spPr>
          <a:xfrm>
            <a:off x="9416260" y="132099"/>
            <a:ext cx="392622" cy="395109"/>
          </a:xfrm>
          <a:prstGeom prst="rect">
            <a:avLst/>
          </a:prstGeom>
        </p:spPr>
      </p:pic>
      <p:sp>
        <p:nvSpPr>
          <p:cNvPr id="41" name="Retângulo 40">
            <a:extLst>
              <a:ext uri="{FF2B5EF4-FFF2-40B4-BE49-F238E27FC236}">
                <a16:creationId xmlns:a16="http://schemas.microsoft.com/office/drawing/2014/main" id="{F9E8D505-9E7E-D6CB-CF63-96016C5F5A92}"/>
              </a:ext>
            </a:extLst>
          </p:cNvPr>
          <p:cNvSpPr/>
          <p:nvPr/>
        </p:nvSpPr>
        <p:spPr>
          <a:xfrm>
            <a:off x="9827587" y="180015"/>
            <a:ext cx="798617" cy="30777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pt-BR" sz="1400" b="1" dirty="0">
                <a:latin typeface="Trade Gothic Next Rounded" panose="020F0502020204030204" pitchFamily="34" charset="0"/>
                <a:ea typeface="Cambria" panose="02040503050406030204" pitchFamily="18" charset="0"/>
              </a:rPr>
              <a:t>IDIOMA</a:t>
            </a:r>
          </a:p>
        </p:txBody>
      </p:sp>
      <p:pic>
        <p:nvPicPr>
          <p:cNvPr id="48" name="Imagem 47" descr="Som ligado - ícones de rede grátis">
            <a:extLst>
              <a:ext uri="{FF2B5EF4-FFF2-40B4-BE49-F238E27FC236}">
                <a16:creationId xmlns:a16="http://schemas.microsoft.com/office/drawing/2014/main" id="{4D4F57A9-B51C-63B0-1814-DF0A073B566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794229" y="148473"/>
            <a:ext cx="378735" cy="378735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DD962700-9B5F-F0BA-CF6C-9DFB6E31620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680258" y="1104450"/>
            <a:ext cx="9058198" cy="4441910"/>
          </a:xfrm>
          <a:prstGeom prst="rect">
            <a:avLst/>
          </a:prstGeom>
        </p:spPr>
      </p:pic>
      <p:sp>
        <p:nvSpPr>
          <p:cNvPr id="10" name="Retângulo 9">
            <a:extLst>
              <a:ext uri="{FF2B5EF4-FFF2-40B4-BE49-F238E27FC236}">
                <a16:creationId xmlns:a16="http://schemas.microsoft.com/office/drawing/2014/main" id="{21457422-41F2-93A6-A241-BD4D38C37C4D}"/>
              </a:ext>
            </a:extLst>
          </p:cNvPr>
          <p:cNvSpPr/>
          <p:nvPr/>
        </p:nvSpPr>
        <p:spPr>
          <a:xfrm>
            <a:off x="1973888" y="5730238"/>
            <a:ext cx="8682296" cy="646331"/>
          </a:xfrm>
          <a:prstGeom prst="rect">
            <a:avLst/>
          </a:prstGeom>
          <a:noFill/>
          <a:ln>
            <a:solidFill>
              <a:srgbClr val="C0000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scene3d>
            <a:camera prst="perspectiveFront"/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3899004D-DA2E-DF50-CC3F-0767410A33E5}"/>
              </a:ext>
            </a:extLst>
          </p:cNvPr>
          <p:cNvSpPr/>
          <p:nvPr/>
        </p:nvSpPr>
        <p:spPr>
          <a:xfrm>
            <a:off x="-148124" y="5805187"/>
            <a:ext cx="2226536" cy="58477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pt-BR" sz="3200" b="1" dirty="0">
                <a:latin typeface="Trade Gothic Next Rounded" panose="020F0502020204030204" pitchFamily="34" charset="0"/>
                <a:ea typeface="Cambria" panose="02040503050406030204" pitchFamily="18" charset="0"/>
              </a:rPr>
              <a:t>BUSCAR</a:t>
            </a:r>
          </a:p>
        </p:txBody>
      </p:sp>
      <p:pic>
        <p:nvPicPr>
          <p:cNvPr id="15" name="Imagem 14" descr="Lupa - ícones de seo e web grátis">
            <a:extLst>
              <a:ext uri="{FF2B5EF4-FFF2-40B4-BE49-F238E27FC236}">
                <a16:creationId xmlns:a16="http://schemas.microsoft.com/office/drawing/2014/main" id="{E76D6723-73E0-7BA0-C821-51D29056C7E3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019277" y="5779597"/>
            <a:ext cx="490344" cy="490344"/>
          </a:xfrm>
          <a:prstGeom prst="rect">
            <a:avLst/>
          </a:prstGeom>
        </p:spPr>
      </p:pic>
      <p:sp>
        <p:nvSpPr>
          <p:cNvPr id="20" name="Retângulo 19">
            <a:extLst>
              <a:ext uri="{FF2B5EF4-FFF2-40B4-BE49-F238E27FC236}">
                <a16:creationId xmlns:a16="http://schemas.microsoft.com/office/drawing/2014/main" id="{0126D602-343E-1E24-D883-59952A49C74E}"/>
              </a:ext>
            </a:extLst>
          </p:cNvPr>
          <p:cNvSpPr/>
          <p:nvPr/>
        </p:nvSpPr>
        <p:spPr>
          <a:xfrm>
            <a:off x="2048837" y="5805985"/>
            <a:ext cx="5536186" cy="52322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pt-BR" sz="2800" dirty="0">
                <a:latin typeface="Trade Gothic Next Rounded" panose="020F0502020204030204" pitchFamily="34" charset="0"/>
                <a:ea typeface="Cambria" panose="02040503050406030204" pitchFamily="18" charset="0"/>
              </a:rPr>
              <a:t>BASILICA DE SÃO PEDRO</a:t>
            </a:r>
          </a:p>
        </p:txBody>
      </p:sp>
    </p:spTree>
    <p:extLst>
      <p:ext uri="{BB962C8B-B14F-4D97-AF65-F5344CB8AC3E}">
        <p14:creationId xmlns:p14="http://schemas.microsoft.com/office/powerpoint/2010/main" val="5678274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7C72DB-C0C4-ECBE-263F-1182A514B8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Imagem 22">
            <a:extLst>
              <a:ext uri="{FF2B5EF4-FFF2-40B4-BE49-F238E27FC236}">
                <a16:creationId xmlns:a16="http://schemas.microsoft.com/office/drawing/2014/main" id="{DB6E8A9A-9F14-D2EE-795F-FACEBF7EF00F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  <a:duotone>
              <a:schemeClr val="accent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2827570" y="0"/>
            <a:ext cx="8276678" cy="7062112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D05E6850-B978-BAED-AE93-578F568EAD3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18816" y="42886"/>
            <a:ext cx="8509855" cy="924793"/>
          </a:xfrm>
        </p:spPr>
        <p:txBody>
          <a:bodyPr>
            <a:normAutofit fontScale="90000"/>
          </a:bodyPr>
          <a:lstStyle/>
          <a:p>
            <a:r>
              <a:rPr lang="pt-BR" sz="7200" dirty="0"/>
              <a:t>𝕽𝖔𝖙𝖆 𝕾𝖆𝖈𝖗𝖆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41684633-6A6B-6DC7-5912-47E143E8BF9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04801" y="1404992"/>
            <a:ext cx="935473" cy="455745"/>
          </a:xfrm>
          <a:ln w="38100"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normAutofit fontScale="62500" lnSpcReduction="20000"/>
          </a:bodyPr>
          <a:lstStyle/>
          <a:p>
            <a:endParaRPr lang="pt-BR" sz="700" dirty="0">
              <a:latin typeface="Trade Gothic Next Rounded" panose="020F0502020204030204" pitchFamily="34" charset="0"/>
            </a:endParaRPr>
          </a:p>
          <a:p>
            <a:r>
              <a:rPr lang="pt-BR" dirty="0">
                <a:solidFill>
                  <a:srgbClr val="C00000"/>
                </a:solidFill>
                <a:latin typeface="Trade Gothic Next Rounded" panose="020F0502020204030204" pitchFamily="34" charset="0"/>
              </a:rPr>
              <a:t>VOLTAR</a:t>
            </a:r>
          </a:p>
        </p:txBody>
      </p:sp>
      <p:pic>
        <p:nvPicPr>
          <p:cNvPr id="21" name="Imagem 20">
            <a:extLst>
              <a:ext uri="{FF2B5EF4-FFF2-40B4-BE49-F238E27FC236}">
                <a16:creationId xmlns:a16="http://schemas.microsoft.com/office/drawing/2014/main" id="{B72C9805-13FA-E677-5D7D-82C6B12EF9D6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20000"/>
            <a:duotone>
              <a:schemeClr val="accent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9689270" y="2563317"/>
            <a:ext cx="2701403" cy="2701403"/>
          </a:xfrm>
          <a:prstGeom prst="rect">
            <a:avLst/>
          </a:prstGeom>
        </p:spPr>
      </p:pic>
      <p:grpSp>
        <p:nvGrpSpPr>
          <p:cNvPr id="29" name="Agrupar 28">
            <a:extLst>
              <a:ext uri="{FF2B5EF4-FFF2-40B4-BE49-F238E27FC236}">
                <a16:creationId xmlns:a16="http://schemas.microsoft.com/office/drawing/2014/main" id="{93671E27-CE4C-53C6-F08C-13FA4CC2F58E}"/>
              </a:ext>
            </a:extLst>
          </p:cNvPr>
          <p:cNvGrpSpPr/>
          <p:nvPr/>
        </p:nvGrpSpPr>
        <p:grpSpPr>
          <a:xfrm>
            <a:off x="256958" y="5576340"/>
            <a:ext cx="1111202" cy="1184229"/>
            <a:chOff x="204815" y="3087508"/>
            <a:chExt cx="1218076" cy="1274631"/>
          </a:xfrm>
        </p:grpSpPr>
        <p:sp>
          <p:nvSpPr>
            <p:cNvPr id="13" name="Retângulo 12">
              <a:extLst>
                <a:ext uri="{FF2B5EF4-FFF2-40B4-BE49-F238E27FC236}">
                  <a16:creationId xmlns:a16="http://schemas.microsoft.com/office/drawing/2014/main" id="{43E5AFBA-F603-23F4-59A1-76AF67D4BD7B}"/>
                </a:ext>
              </a:extLst>
            </p:cNvPr>
            <p:cNvSpPr/>
            <p:nvPr/>
          </p:nvSpPr>
          <p:spPr>
            <a:xfrm>
              <a:off x="222938" y="3087508"/>
              <a:ext cx="1181672" cy="1274631"/>
            </a:xfrm>
            <a:prstGeom prst="rect">
              <a:avLst/>
            </a:prstGeom>
            <a:noFill/>
            <a:ln>
              <a:solidFill>
                <a:srgbClr val="C00000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  <a:scene3d>
              <a:camera prst="perspectiveFront"/>
              <a:lightRig rig="threePt" dir="t"/>
            </a:scene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4" name="Retângulo 13">
              <a:extLst>
                <a:ext uri="{FF2B5EF4-FFF2-40B4-BE49-F238E27FC236}">
                  <a16:creationId xmlns:a16="http://schemas.microsoft.com/office/drawing/2014/main" id="{DA18D3C2-E986-EA00-117C-B05594097BAC}"/>
                </a:ext>
              </a:extLst>
            </p:cNvPr>
            <p:cNvSpPr/>
            <p:nvPr/>
          </p:nvSpPr>
          <p:spPr>
            <a:xfrm>
              <a:off x="204815" y="3762371"/>
              <a:ext cx="1218076" cy="46378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pt-BR" sz="1100" b="1" dirty="0">
                  <a:latin typeface="Trade Gothic Next Rounded" panose="020F0502020204030204" pitchFamily="34" charset="0"/>
                  <a:ea typeface="Cambria" panose="02040503050406030204" pitchFamily="18" charset="0"/>
                </a:rPr>
                <a:t>SUA </a:t>
              </a:r>
            </a:p>
            <a:p>
              <a:pPr algn="ctr"/>
              <a:r>
                <a:rPr lang="pt-BR" sz="1100" b="1" dirty="0">
                  <a:latin typeface="Trade Gothic Next Rounded" panose="020F0502020204030204" pitchFamily="34" charset="0"/>
                  <a:ea typeface="Cambria" panose="02040503050406030204" pitchFamily="18" charset="0"/>
                </a:rPr>
                <a:t>LOCALIZAÇÃO</a:t>
              </a:r>
            </a:p>
          </p:txBody>
        </p:sp>
        <p:pic>
          <p:nvPicPr>
            <p:cNvPr id="24" name="Imagem 23" descr="Localização Da Igreja Ponteiro Do Mapa Da Casa ícone Da Igreja Com O Símbolo  De Pino Da Localização Isolado No Vetor De Fundo Bran Ilustração do Vetor -  Ilustração de seta, etiqueta:">
              <a:extLst>
                <a:ext uri="{FF2B5EF4-FFF2-40B4-BE49-F238E27FC236}">
                  <a16:creationId xmlns:a16="http://schemas.microsoft.com/office/drawing/2014/main" id="{BF2258C9-8E16-48FD-C5D2-C14651F0BDA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duotone>
                <a:schemeClr val="accent2">
                  <a:shade val="45000"/>
                  <a:satMod val="135000"/>
                </a:schemeClr>
                <a:prstClr val="white"/>
              </a:duotone>
            </a:blip>
            <a:srcRect t="9337" r="15608"/>
            <a:stretch>
              <a:fillRect/>
            </a:stretch>
          </p:blipFill>
          <p:spPr>
            <a:xfrm>
              <a:off x="483821" y="3200057"/>
              <a:ext cx="543971" cy="610440"/>
            </a:xfrm>
            <a:prstGeom prst="rect">
              <a:avLst/>
            </a:prstGeom>
          </p:spPr>
        </p:pic>
      </p:grpSp>
      <p:sp>
        <p:nvSpPr>
          <p:cNvPr id="36" name="Retângulo 35">
            <a:extLst>
              <a:ext uri="{FF2B5EF4-FFF2-40B4-BE49-F238E27FC236}">
                <a16:creationId xmlns:a16="http://schemas.microsoft.com/office/drawing/2014/main" id="{4D2BEB5B-2134-16F7-E805-9392F42E0980}"/>
              </a:ext>
            </a:extLst>
          </p:cNvPr>
          <p:cNvSpPr/>
          <p:nvPr/>
        </p:nvSpPr>
        <p:spPr>
          <a:xfrm>
            <a:off x="9274489" y="110969"/>
            <a:ext cx="2713421" cy="494050"/>
          </a:xfrm>
          <a:prstGeom prst="rect">
            <a:avLst/>
          </a:prstGeom>
          <a:solidFill>
            <a:schemeClr val="bg1"/>
          </a:solidFill>
          <a:ln>
            <a:solidFill>
              <a:srgbClr val="C0000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scene3d>
            <a:camera prst="perspectiveFront"/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38" name="Imagem 37" descr="Configurações - ícones de ui grátis">
            <a:extLst>
              <a:ext uri="{FF2B5EF4-FFF2-40B4-BE49-F238E27FC236}">
                <a16:creationId xmlns:a16="http://schemas.microsoft.com/office/drawing/2014/main" id="{CC892055-D9BD-D685-5871-8BE327FBD5D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482983" y="179883"/>
            <a:ext cx="347325" cy="347325"/>
          </a:xfrm>
          <a:prstGeom prst="rect">
            <a:avLst/>
          </a:prstGeom>
        </p:spPr>
      </p:pic>
      <p:pic>
        <p:nvPicPr>
          <p:cNvPr id="39" name="Imagem 38" descr="sinal de vetor do símbolo de tradução do idioma é isolado em um fundo branco. cor do ícone de tradução de idioma editável. 9687557 Vetor no Vecteezy">
            <a:extLst>
              <a:ext uri="{FF2B5EF4-FFF2-40B4-BE49-F238E27FC236}">
                <a16:creationId xmlns:a16="http://schemas.microsoft.com/office/drawing/2014/main" id="{9F86D827-A484-5E23-B746-58174404F7D2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22657" t="24436" r="26149" b="24047"/>
          <a:stretch>
            <a:fillRect/>
          </a:stretch>
        </p:blipFill>
        <p:spPr>
          <a:xfrm>
            <a:off x="9416260" y="132099"/>
            <a:ext cx="392622" cy="395109"/>
          </a:xfrm>
          <a:prstGeom prst="rect">
            <a:avLst/>
          </a:prstGeom>
        </p:spPr>
      </p:pic>
      <p:sp>
        <p:nvSpPr>
          <p:cNvPr id="41" name="Retângulo 40">
            <a:extLst>
              <a:ext uri="{FF2B5EF4-FFF2-40B4-BE49-F238E27FC236}">
                <a16:creationId xmlns:a16="http://schemas.microsoft.com/office/drawing/2014/main" id="{D263F1A6-191F-7DC0-2A56-E39F316F14A1}"/>
              </a:ext>
            </a:extLst>
          </p:cNvPr>
          <p:cNvSpPr/>
          <p:nvPr/>
        </p:nvSpPr>
        <p:spPr>
          <a:xfrm>
            <a:off x="9827587" y="180015"/>
            <a:ext cx="798617" cy="30777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pt-BR" sz="1400" b="1" dirty="0">
                <a:latin typeface="Trade Gothic Next Rounded" panose="020F0502020204030204" pitchFamily="34" charset="0"/>
                <a:ea typeface="Cambria" panose="02040503050406030204" pitchFamily="18" charset="0"/>
              </a:rPr>
              <a:t>IDIOMA</a:t>
            </a:r>
          </a:p>
        </p:txBody>
      </p:sp>
      <p:pic>
        <p:nvPicPr>
          <p:cNvPr id="48" name="Imagem 47" descr="Som ligado - ícones de rede grátis">
            <a:extLst>
              <a:ext uri="{FF2B5EF4-FFF2-40B4-BE49-F238E27FC236}">
                <a16:creationId xmlns:a16="http://schemas.microsoft.com/office/drawing/2014/main" id="{1420D7EB-47AA-7A27-556E-2F413AF5362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794229" y="148473"/>
            <a:ext cx="378735" cy="378735"/>
          </a:xfrm>
          <a:prstGeom prst="rect">
            <a:avLst/>
          </a:prstGeom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9935A81B-0251-B11F-C61D-31E4A944EFAE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407512" y="1008888"/>
            <a:ext cx="9716278" cy="5027665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9EE76AD0-FEBC-78C3-BB10-DD10BCC96743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0011" y="179883"/>
            <a:ext cx="983967" cy="1053855"/>
          </a:xfrm>
          <a:prstGeom prst="rect">
            <a:avLst/>
          </a:prstGeom>
        </p:spPr>
      </p:pic>
      <p:sp>
        <p:nvSpPr>
          <p:cNvPr id="16" name="Retângulo 15">
            <a:extLst>
              <a:ext uri="{FF2B5EF4-FFF2-40B4-BE49-F238E27FC236}">
                <a16:creationId xmlns:a16="http://schemas.microsoft.com/office/drawing/2014/main" id="{054397EA-9DB7-A938-6BC0-384701B30FD3}"/>
              </a:ext>
            </a:extLst>
          </p:cNvPr>
          <p:cNvSpPr/>
          <p:nvPr/>
        </p:nvSpPr>
        <p:spPr>
          <a:xfrm>
            <a:off x="9017234" y="6177111"/>
            <a:ext cx="1806135" cy="588962"/>
          </a:xfrm>
          <a:prstGeom prst="rect">
            <a:avLst/>
          </a:prstGeom>
          <a:noFill/>
          <a:ln>
            <a:solidFill>
              <a:srgbClr val="C0000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scene3d>
            <a:camera prst="perspectiveFront"/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8" name="Retângulo 17">
            <a:extLst>
              <a:ext uri="{FF2B5EF4-FFF2-40B4-BE49-F238E27FC236}">
                <a16:creationId xmlns:a16="http://schemas.microsoft.com/office/drawing/2014/main" id="{18830475-A988-01F4-6DB0-E51D29519AD5}"/>
              </a:ext>
            </a:extLst>
          </p:cNvPr>
          <p:cNvSpPr/>
          <p:nvPr/>
        </p:nvSpPr>
        <p:spPr>
          <a:xfrm>
            <a:off x="8910267" y="6232872"/>
            <a:ext cx="1928092" cy="46166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pt-BR" sz="2400" b="1" dirty="0">
                <a:latin typeface="Trade Gothic Next Rounded" panose="020F0502020204030204" pitchFamily="34" charset="0"/>
                <a:ea typeface="Cambria" panose="02040503050406030204" pitchFamily="18" charset="0"/>
              </a:rPr>
              <a:t> CRIAR ROTA</a:t>
            </a:r>
          </a:p>
        </p:txBody>
      </p:sp>
      <p:pic>
        <p:nvPicPr>
          <p:cNvPr id="26" name="Imagem 25">
            <a:extLst>
              <a:ext uri="{FF2B5EF4-FFF2-40B4-BE49-F238E27FC236}">
                <a16:creationId xmlns:a16="http://schemas.microsoft.com/office/drawing/2014/main" id="{A9D7D377-AF80-F619-12A5-42F3D887E185}"/>
              </a:ext>
            </a:extLst>
          </p:cNvPr>
          <p:cNvPicPr>
            <a:picLocks noChangeAspect="1"/>
          </p:cNvPicPr>
          <p:nvPr/>
        </p:nvPicPr>
        <p:blipFill>
          <a:blip r:embed="rId10">
            <a:duotone>
              <a:schemeClr val="accent2">
                <a:shade val="45000"/>
                <a:satMod val="135000"/>
              </a:schemeClr>
              <a:prstClr val="white"/>
            </a:duotone>
          </a:blip>
          <a:srcRect l="16484" t="29563" r="16193" b="30219"/>
          <a:stretch>
            <a:fillRect/>
          </a:stretch>
        </p:blipFill>
        <p:spPr>
          <a:xfrm>
            <a:off x="2606370" y="6175094"/>
            <a:ext cx="980036" cy="585476"/>
          </a:xfrm>
          <a:prstGeom prst="rect">
            <a:avLst/>
          </a:prstGeom>
        </p:spPr>
      </p:pic>
      <p:pic>
        <p:nvPicPr>
          <p:cNvPr id="27" name="Imagem 26" descr="Ônibus - ícones de transporte grátis">
            <a:extLst>
              <a:ext uri="{FF2B5EF4-FFF2-40B4-BE49-F238E27FC236}">
                <a16:creationId xmlns:a16="http://schemas.microsoft.com/office/drawing/2014/main" id="{A652BAD5-AE1B-74BB-9C6D-D64E9E8ED519}"/>
              </a:ext>
            </a:extLst>
          </p:cNvPr>
          <p:cNvPicPr>
            <a:picLocks noChangeAspect="1"/>
          </p:cNvPicPr>
          <p:nvPr/>
        </p:nvPicPr>
        <p:blipFill>
          <a:blip r:embed="rId11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12">
                    <a14:imgEffect>
                      <a14:artisticPhotocopy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170127" y="6073082"/>
            <a:ext cx="792676" cy="792676"/>
          </a:xfrm>
          <a:prstGeom prst="rect">
            <a:avLst/>
          </a:prstGeom>
        </p:spPr>
      </p:pic>
      <p:pic>
        <p:nvPicPr>
          <p:cNvPr id="28" name="Imagem 27" descr="Símbolo Pedestres Ilustrações, Vetores E Clipart De Stock – (14,666 Stock  Illustrations)">
            <a:extLst>
              <a:ext uri="{FF2B5EF4-FFF2-40B4-BE49-F238E27FC236}">
                <a16:creationId xmlns:a16="http://schemas.microsoft.com/office/drawing/2014/main" id="{A8179E26-648F-350A-9C64-D2110C248ED6}"/>
              </a:ext>
            </a:extLst>
          </p:cNvPr>
          <p:cNvPicPr>
            <a:picLocks noChangeAspect="1"/>
          </p:cNvPicPr>
          <p:nvPr/>
        </p:nvPicPr>
        <p:blipFill>
          <a:blip r:embed="rId13">
            <a:duotone>
              <a:schemeClr val="accent2">
                <a:shade val="45000"/>
                <a:satMod val="135000"/>
              </a:schemeClr>
              <a:prstClr val="white"/>
            </a:duotone>
            <a:alphaModFix amt="20000"/>
          </a:blip>
          <a:srcRect l="28758" t="18337" r="29292" b="18337"/>
          <a:stretch>
            <a:fillRect/>
          </a:stretch>
        </p:blipFill>
        <p:spPr>
          <a:xfrm>
            <a:off x="7651455" y="6177111"/>
            <a:ext cx="390156" cy="5889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46113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4A7E84-60F9-FEE4-7282-2D2113F28F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Imagem 22">
            <a:extLst>
              <a:ext uri="{FF2B5EF4-FFF2-40B4-BE49-F238E27FC236}">
                <a16:creationId xmlns:a16="http://schemas.microsoft.com/office/drawing/2014/main" id="{CA08ACC6-62C5-3E51-5DDE-0E615C08ED7E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  <a:duotone>
              <a:schemeClr val="accent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2827570" y="0"/>
            <a:ext cx="8276678" cy="7062112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46D4AE14-997A-B7F6-F735-627F9DB6A12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18816" y="42886"/>
            <a:ext cx="8509855" cy="924793"/>
          </a:xfrm>
        </p:spPr>
        <p:txBody>
          <a:bodyPr>
            <a:normAutofit fontScale="90000"/>
          </a:bodyPr>
          <a:lstStyle/>
          <a:p>
            <a:r>
              <a:rPr lang="pt-BR" sz="7200" dirty="0"/>
              <a:t>𝕽𝖔𝖙𝖆 𝕾𝖆𝖈𝖗𝖆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AA246301-CA2F-CEEF-25BB-DD42984DAEE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3543" y="1392607"/>
            <a:ext cx="935473" cy="455745"/>
          </a:xfrm>
          <a:ln w="38100"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normAutofit fontScale="62500" lnSpcReduction="20000"/>
          </a:bodyPr>
          <a:lstStyle/>
          <a:p>
            <a:endParaRPr lang="pt-BR" sz="700" dirty="0">
              <a:latin typeface="Trade Gothic Next Rounded" panose="020F0502020204030204" pitchFamily="34" charset="0"/>
            </a:endParaRPr>
          </a:p>
          <a:p>
            <a:r>
              <a:rPr lang="pt-BR" dirty="0">
                <a:solidFill>
                  <a:srgbClr val="C00000"/>
                </a:solidFill>
                <a:latin typeface="Trade Gothic Next Rounded" panose="020F0502020204030204" pitchFamily="34" charset="0"/>
              </a:rPr>
              <a:t>VOLTAR</a:t>
            </a:r>
          </a:p>
        </p:txBody>
      </p:sp>
      <p:pic>
        <p:nvPicPr>
          <p:cNvPr id="21" name="Imagem 20">
            <a:extLst>
              <a:ext uri="{FF2B5EF4-FFF2-40B4-BE49-F238E27FC236}">
                <a16:creationId xmlns:a16="http://schemas.microsoft.com/office/drawing/2014/main" id="{5D55D504-CC29-6A3D-7B61-497946933476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20000"/>
            <a:duotone>
              <a:schemeClr val="accent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9689270" y="2563317"/>
            <a:ext cx="2701403" cy="2701403"/>
          </a:xfrm>
          <a:prstGeom prst="rect">
            <a:avLst/>
          </a:prstGeom>
        </p:spPr>
      </p:pic>
      <p:sp>
        <p:nvSpPr>
          <p:cNvPr id="36" name="Retângulo 35">
            <a:extLst>
              <a:ext uri="{FF2B5EF4-FFF2-40B4-BE49-F238E27FC236}">
                <a16:creationId xmlns:a16="http://schemas.microsoft.com/office/drawing/2014/main" id="{C81A3642-AD7F-2379-BE15-A0C2300A6C06}"/>
              </a:ext>
            </a:extLst>
          </p:cNvPr>
          <p:cNvSpPr/>
          <p:nvPr/>
        </p:nvSpPr>
        <p:spPr>
          <a:xfrm>
            <a:off x="9274489" y="110969"/>
            <a:ext cx="2713421" cy="494050"/>
          </a:xfrm>
          <a:prstGeom prst="rect">
            <a:avLst/>
          </a:prstGeom>
          <a:solidFill>
            <a:schemeClr val="bg1"/>
          </a:solidFill>
          <a:ln>
            <a:solidFill>
              <a:srgbClr val="C0000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scene3d>
            <a:camera prst="perspectiveFront"/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38" name="Imagem 37" descr="Configurações - ícones de ui grátis">
            <a:extLst>
              <a:ext uri="{FF2B5EF4-FFF2-40B4-BE49-F238E27FC236}">
                <a16:creationId xmlns:a16="http://schemas.microsoft.com/office/drawing/2014/main" id="{9B35FDCD-C0BF-E456-1753-63503F23A21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82983" y="179883"/>
            <a:ext cx="347325" cy="347325"/>
          </a:xfrm>
          <a:prstGeom prst="rect">
            <a:avLst/>
          </a:prstGeom>
        </p:spPr>
      </p:pic>
      <p:pic>
        <p:nvPicPr>
          <p:cNvPr id="39" name="Imagem 38" descr="sinal de vetor do símbolo de tradução do idioma é isolado em um fundo branco. cor do ícone de tradução de idioma editável. 9687557 Vetor no Vecteezy">
            <a:extLst>
              <a:ext uri="{FF2B5EF4-FFF2-40B4-BE49-F238E27FC236}">
                <a16:creationId xmlns:a16="http://schemas.microsoft.com/office/drawing/2014/main" id="{0E8F43FB-17FC-C14B-3C24-2ADFBCAE3029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22657" t="24436" r="26149" b="24047"/>
          <a:stretch>
            <a:fillRect/>
          </a:stretch>
        </p:blipFill>
        <p:spPr>
          <a:xfrm>
            <a:off x="9416260" y="132099"/>
            <a:ext cx="392622" cy="395109"/>
          </a:xfrm>
          <a:prstGeom prst="rect">
            <a:avLst/>
          </a:prstGeom>
        </p:spPr>
      </p:pic>
      <p:sp>
        <p:nvSpPr>
          <p:cNvPr id="41" name="Retângulo 40">
            <a:extLst>
              <a:ext uri="{FF2B5EF4-FFF2-40B4-BE49-F238E27FC236}">
                <a16:creationId xmlns:a16="http://schemas.microsoft.com/office/drawing/2014/main" id="{5F171FFE-0CF2-52A9-C62C-CA8E4FBF9327}"/>
              </a:ext>
            </a:extLst>
          </p:cNvPr>
          <p:cNvSpPr/>
          <p:nvPr/>
        </p:nvSpPr>
        <p:spPr>
          <a:xfrm>
            <a:off x="9827587" y="180015"/>
            <a:ext cx="798617" cy="30777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pt-BR" sz="1400" b="1" dirty="0">
                <a:latin typeface="Trade Gothic Next Rounded" panose="020F0502020204030204" pitchFamily="34" charset="0"/>
                <a:ea typeface="Cambria" panose="02040503050406030204" pitchFamily="18" charset="0"/>
              </a:rPr>
              <a:t>IDIOMA</a:t>
            </a:r>
          </a:p>
        </p:txBody>
      </p:sp>
      <p:pic>
        <p:nvPicPr>
          <p:cNvPr id="48" name="Imagem 47" descr="Som ligado - ícones de rede grátis">
            <a:extLst>
              <a:ext uri="{FF2B5EF4-FFF2-40B4-BE49-F238E27FC236}">
                <a16:creationId xmlns:a16="http://schemas.microsoft.com/office/drawing/2014/main" id="{D8FCFE14-A603-4978-166D-D56BD6A983F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94229" y="148473"/>
            <a:ext cx="378735" cy="378735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0C4BBED3-C702-97CF-59AF-65E62C263494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0011" y="179883"/>
            <a:ext cx="983967" cy="1053855"/>
          </a:xfrm>
          <a:prstGeom prst="rect">
            <a:avLst/>
          </a:prstGeom>
        </p:spPr>
      </p:pic>
      <p:pic>
        <p:nvPicPr>
          <p:cNvPr id="6" name="Imagem 5">
            <a:extLst>
              <a:ext uri="{FF2B5EF4-FFF2-40B4-BE49-F238E27FC236}">
                <a16:creationId xmlns:a16="http://schemas.microsoft.com/office/drawing/2014/main" id="{9E9AA090-5F60-088E-6236-84E8C6C4594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87752" y="1023439"/>
            <a:ext cx="10742556" cy="5137518"/>
          </a:xfrm>
          <a:prstGeom prst="rect">
            <a:avLst/>
          </a:prstGeom>
        </p:spPr>
      </p:pic>
      <p:pic>
        <p:nvPicPr>
          <p:cNvPr id="8" name="Imagem 7">
            <a:extLst>
              <a:ext uri="{FF2B5EF4-FFF2-40B4-BE49-F238E27FC236}">
                <a16:creationId xmlns:a16="http://schemas.microsoft.com/office/drawing/2014/main" id="{1E855F67-4A28-1659-7890-7A9B43259167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l="92954" t="15255" b="70776"/>
          <a:stretch>
            <a:fillRect/>
          </a:stretch>
        </p:blipFill>
        <p:spPr>
          <a:xfrm>
            <a:off x="11442355" y="1023877"/>
            <a:ext cx="365075" cy="324485"/>
          </a:xfrm>
          <a:prstGeom prst="rect">
            <a:avLst/>
          </a:prstGeom>
        </p:spPr>
      </p:pic>
      <p:pic>
        <p:nvPicPr>
          <p:cNvPr id="10" name="Imagem 9" descr="Salvar instagram - ícones de interface grátis">
            <a:extLst>
              <a:ext uri="{FF2B5EF4-FFF2-40B4-BE49-F238E27FC236}">
                <a16:creationId xmlns:a16="http://schemas.microsoft.com/office/drawing/2014/main" id="{B3354CCA-1D2E-1024-B1CC-A734DACD71E2}"/>
              </a:ext>
            </a:extLst>
          </p:cNvPr>
          <p:cNvPicPr>
            <a:picLocks noChangeAspect="1"/>
          </p:cNvPicPr>
          <p:nvPr/>
        </p:nvPicPr>
        <p:blipFill>
          <a:blip r:embed="rId9">
            <a:duotone>
              <a:schemeClr val="accent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5825769" y="6295144"/>
            <a:ext cx="530062" cy="442935"/>
          </a:xfrm>
          <a:prstGeom prst="rect">
            <a:avLst/>
          </a:prstGeom>
        </p:spPr>
      </p:pic>
      <p:sp>
        <p:nvSpPr>
          <p:cNvPr id="12" name="Retângulo 11">
            <a:extLst>
              <a:ext uri="{FF2B5EF4-FFF2-40B4-BE49-F238E27FC236}">
                <a16:creationId xmlns:a16="http://schemas.microsoft.com/office/drawing/2014/main" id="{B607C890-1B7A-859A-A08A-E8D9E537500F}"/>
              </a:ext>
            </a:extLst>
          </p:cNvPr>
          <p:cNvSpPr/>
          <p:nvPr/>
        </p:nvSpPr>
        <p:spPr>
          <a:xfrm>
            <a:off x="5856159" y="6298103"/>
            <a:ext cx="2943069" cy="46166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pt-BR" sz="2400" b="1" dirty="0">
                <a:latin typeface="Trade Gothic Next Rounded" panose="020F0502020204030204" pitchFamily="34" charset="0"/>
                <a:ea typeface="Cambria" panose="02040503050406030204" pitchFamily="18" charset="0"/>
              </a:rPr>
              <a:t>SALVAR ROTA</a:t>
            </a:r>
          </a:p>
        </p:txBody>
      </p:sp>
      <p:grpSp>
        <p:nvGrpSpPr>
          <p:cNvPr id="15" name="Agrupar 14">
            <a:extLst>
              <a:ext uri="{FF2B5EF4-FFF2-40B4-BE49-F238E27FC236}">
                <a16:creationId xmlns:a16="http://schemas.microsoft.com/office/drawing/2014/main" id="{0F9255F2-3D56-2566-688E-47B51020177D}"/>
              </a:ext>
            </a:extLst>
          </p:cNvPr>
          <p:cNvGrpSpPr/>
          <p:nvPr/>
        </p:nvGrpSpPr>
        <p:grpSpPr>
          <a:xfrm>
            <a:off x="11081533" y="6193677"/>
            <a:ext cx="906522" cy="590075"/>
            <a:chOff x="3672639" y="3510200"/>
            <a:chExt cx="2363345" cy="1783830"/>
          </a:xfrm>
        </p:grpSpPr>
        <p:sp>
          <p:nvSpPr>
            <p:cNvPr id="17" name="Retângulo 16">
              <a:extLst>
                <a:ext uri="{FF2B5EF4-FFF2-40B4-BE49-F238E27FC236}">
                  <a16:creationId xmlns:a16="http://schemas.microsoft.com/office/drawing/2014/main" id="{34DAD70F-06A6-4479-C4E9-C054F2D4EE40}"/>
                </a:ext>
              </a:extLst>
            </p:cNvPr>
            <p:cNvSpPr/>
            <p:nvPr/>
          </p:nvSpPr>
          <p:spPr>
            <a:xfrm>
              <a:off x="3672639" y="3510200"/>
              <a:ext cx="2363345" cy="178383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C00000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  <a:scene3d>
              <a:camera prst="perspectiveFront"/>
              <a:lightRig rig="threePt" dir="t"/>
            </a:scene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sp>
          <p:nvSpPr>
            <p:cNvPr id="19" name="Retângulo 18">
              <a:extLst>
                <a:ext uri="{FF2B5EF4-FFF2-40B4-BE49-F238E27FC236}">
                  <a16:creationId xmlns:a16="http://schemas.microsoft.com/office/drawing/2014/main" id="{2A7FA706-DDA1-E288-8B10-A2B225459335}"/>
                </a:ext>
              </a:extLst>
            </p:cNvPr>
            <p:cNvSpPr/>
            <p:nvPr/>
          </p:nvSpPr>
          <p:spPr>
            <a:xfrm>
              <a:off x="4216041" y="4360637"/>
              <a:ext cx="1336505" cy="827985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pt-BR" b="1" dirty="0">
                  <a:latin typeface="Trade Gothic Next Rounded" panose="020F0502020204030204" pitchFamily="34" charset="0"/>
                  <a:ea typeface="Cambria" panose="02040503050406030204" pitchFamily="18" charset="0"/>
                </a:rPr>
                <a:t>GUIA</a:t>
              </a:r>
            </a:p>
          </p:txBody>
        </p:sp>
        <p:pic>
          <p:nvPicPr>
            <p:cNvPr id="20" name="Imagem 19" descr="Guia Ilustrações, Vetores E Clipart De Stock – (297,813 Stock Illustrations)">
              <a:extLst>
                <a:ext uri="{FF2B5EF4-FFF2-40B4-BE49-F238E27FC236}">
                  <a16:creationId xmlns:a16="http://schemas.microsoft.com/office/drawing/2014/main" id="{664954CD-2727-884C-FA12-8FEB69A76C73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duotone>
                <a:schemeClr val="accent2">
                  <a:shade val="45000"/>
                  <a:satMod val="135000"/>
                </a:schemeClr>
                <a:prstClr val="white"/>
              </a:duotone>
            </a:blip>
            <a:srcRect l="19851" t="15947" r="18436" b="33038"/>
            <a:stretch>
              <a:fillRect/>
            </a:stretch>
          </p:blipFill>
          <p:spPr>
            <a:xfrm>
              <a:off x="4386041" y="3631713"/>
              <a:ext cx="1001604" cy="827986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44124047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5E0484-D686-8597-4D69-C5EFF661A0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Imagem 22">
            <a:extLst>
              <a:ext uri="{FF2B5EF4-FFF2-40B4-BE49-F238E27FC236}">
                <a16:creationId xmlns:a16="http://schemas.microsoft.com/office/drawing/2014/main" id="{B5713996-9535-2669-8F1A-5B2FF5465961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  <a:duotone>
              <a:schemeClr val="accent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2812580" y="0"/>
            <a:ext cx="8276678" cy="7062112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59B28BFA-6255-11F8-0C4C-B68B55554AA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28964" y="442679"/>
            <a:ext cx="9144000" cy="1353279"/>
          </a:xfrm>
        </p:spPr>
        <p:txBody>
          <a:bodyPr>
            <a:normAutofit/>
          </a:bodyPr>
          <a:lstStyle/>
          <a:p>
            <a:r>
              <a:rPr lang="pt-BR" sz="7200" dirty="0"/>
              <a:t>𝕽𝖔𝖙𝖆 𝕾𝖆𝖈𝖗𝖆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7A0CC9FA-F334-9FCB-8374-92848DB5DE6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808882" y="5887254"/>
            <a:ext cx="2293496" cy="790731"/>
          </a:xfrm>
          <a:ln w="38100"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normAutofit fontScale="92500" lnSpcReduction="10000"/>
          </a:bodyPr>
          <a:lstStyle/>
          <a:p>
            <a:endParaRPr lang="pt-BR" sz="1100" dirty="0">
              <a:latin typeface="Trade Gothic Next Rounded" panose="020F0502020204030204" pitchFamily="34" charset="0"/>
            </a:endParaRPr>
          </a:p>
          <a:p>
            <a:r>
              <a:rPr lang="pt-BR" sz="3600" dirty="0">
                <a:solidFill>
                  <a:srgbClr val="C00000"/>
                </a:solidFill>
                <a:latin typeface="Trade Gothic Next Rounded" panose="020F0502020204030204" pitchFamily="34" charset="0"/>
              </a:rPr>
              <a:t>VOLTAR</a:t>
            </a: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C761D308-A7A2-FBE3-C7D6-8BEBE9D99CF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9722" y="194878"/>
            <a:ext cx="2493289" cy="2556678"/>
          </a:xfrm>
          <a:prstGeom prst="rect">
            <a:avLst/>
          </a:prstGeom>
        </p:spPr>
      </p:pic>
      <p:pic>
        <p:nvPicPr>
          <p:cNvPr id="21" name="Imagem 20">
            <a:extLst>
              <a:ext uri="{FF2B5EF4-FFF2-40B4-BE49-F238E27FC236}">
                <a16:creationId xmlns:a16="http://schemas.microsoft.com/office/drawing/2014/main" id="{7196595D-BC79-AA10-A1A5-C89E0D7CF6CB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20000"/>
            <a:duotone>
              <a:schemeClr val="accent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9689270" y="2563317"/>
            <a:ext cx="2701403" cy="2701403"/>
          </a:xfrm>
          <a:prstGeom prst="rect">
            <a:avLst/>
          </a:prstGeom>
        </p:spPr>
      </p:pic>
      <p:grpSp>
        <p:nvGrpSpPr>
          <p:cNvPr id="5" name="Agrupar 4">
            <a:extLst>
              <a:ext uri="{FF2B5EF4-FFF2-40B4-BE49-F238E27FC236}">
                <a16:creationId xmlns:a16="http://schemas.microsoft.com/office/drawing/2014/main" id="{CD9F4CE5-C59A-6A81-5585-D3BA5736ADEB}"/>
              </a:ext>
            </a:extLst>
          </p:cNvPr>
          <p:cNvGrpSpPr/>
          <p:nvPr/>
        </p:nvGrpSpPr>
        <p:grpSpPr>
          <a:xfrm>
            <a:off x="3261599" y="1815498"/>
            <a:ext cx="6760515" cy="776987"/>
            <a:chOff x="3701230" y="2699292"/>
            <a:chExt cx="2363345" cy="1783830"/>
          </a:xfrm>
        </p:grpSpPr>
        <p:sp>
          <p:nvSpPr>
            <p:cNvPr id="26" name="Retângulo 25">
              <a:extLst>
                <a:ext uri="{FF2B5EF4-FFF2-40B4-BE49-F238E27FC236}">
                  <a16:creationId xmlns:a16="http://schemas.microsoft.com/office/drawing/2014/main" id="{ABF6C4CA-7139-3E50-6AF0-AB81CB204D0A}"/>
                </a:ext>
              </a:extLst>
            </p:cNvPr>
            <p:cNvSpPr/>
            <p:nvPr/>
          </p:nvSpPr>
          <p:spPr>
            <a:xfrm>
              <a:off x="3701230" y="2699292"/>
              <a:ext cx="2363345" cy="178383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C00000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  <a:scene3d>
              <a:camera prst="perspectiveFront"/>
              <a:lightRig rig="threePt" dir="t"/>
            </a:scene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2800" dirty="0">
                  <a:solidFill>
                    <a:schemeClr val="tx1"/>
                  </a:solidFill>
                </a:rPr>
                <a:t>BASILICA  DE SÃO PEDRO</a:t>
              </a:r>
              <a:endParaRPr lang="pt-BR" dirty="0">
                <a:solidFill>
                  <a:schemeClr val="tx1"/>
                </a:solidFill>
              </a:endParaRPr>
            </a:p>
          </p:txBody>
        </p:sp>
        <p:pic>
          <p:nvPicPr>
            <p:cNvPr id="33" name="Imagem 32" descr="Guia Ilustrações, Vetores E Clipart De Stock – (297,813 Stock Illustrations)">
              <a:extLst>
                <a:ext uri="{FF2B5EF4-FFF2-40B4-BE49-F238E27FC236}">
                  <a16:creationId xmlns:a16="http://schemas.microsoft.com/office/drawing/2014/main" id="{C446E1B6-AF6F-E762-4804-ACA715A0E95A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duotone>
                <a:schemeClr val="accent2">
                  <a:shade val="45000"/>
                  <a:satMod val="135000"/>
                </a:schemeClr>
                <a:prstClr val="white"/>
              </a:duotone>
            </a:blip>
            <a:srcRect l="19851" t="15947" r="18436" b="33038"/>
            <a:stretch>
              <a:fillRect/>
            </a:stretch>
          </p:blipFill>
          <p:spPr>
            <a:xfrm>
              <a:off x="3720961" y="2866525"/>
              <a:ext cx="387038" cy="1337539"/>
            </a:xfrm>
            <a:prstGeom prst="rect">
              <a:avLst/>
            </a:prstGeom>
          </p:spPr>
        </p:pic>
      </p:grpSp>
      <p:sp>
        <p:nvSpPr>
          <p:cNvPr id="36" name="Retângulo 35">
            <a:extLst>
              <a:ext uri="{FF2B5EF4-FFF2-40B4-BE49-F238E27FC236}">
                <a16:creationId xmlns:a16="http://schemas.microsoft.com/office/drawing/2014/main" id="{13EF24BD-1E01-7667-936E-2BA9A1ADD4E0}"/>
              </a:ext>
            </a:extLst>
          </p:cNvPr>
          <p:cNvSpPr/>
          <p:nvPr/>
        </p:nvSpPr>
        <p:spPr>
          <a:xfrm>
            <a:off x="9274489" y="110969"/>
            <a:ext cx="2713421" cy="494050"/>
          </a:xfrm>
          <a:prstGeom prst="rect">
            <a:avLst/>
          </a:prstGeom>
          <a:solidFill>
            <a:schemeClr val="bg1"/>
          </a:solidFill>
          <a:ln>
            <a:solidFill>
              <a:srgbClr val="C0000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scene3d>
            <a:camera prst="perspectiveFront"/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38" name="Imagem 37" descr="Configurações - ícones de ui grátis">
            <a:extLst>
              <a:ext uri="{FF2B5EF4-FFF2-40B4-BE49-F238E27FC236}">
                <a16:creationId xmlns:a16="http://schemas.microsoft.com/office/drawing/2014/main" id="{119D368C-BE59-3D97-B685-F7853E90EE1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482983" y="179883"/>
            <a:ext cx="347325" cy="347325"/>
          </a:xfrm>
          <a:prstGeom prst="rect">
            <a:avLst/>
          </a:prstGeom>
        </p:spPr>
      </p:pic>
      <p:pic>
        <p:nvPicPr>
          <p:cNvPr id="39" name="Imagem 38" descr="sinal de vetor do símbolo de tradução do idioma é isolado em um fundo branco. cor do ícone de tradução de idioma editável. 9687557 Vetor no Vecteezy">
            <a:extLst>
              <a:ext uri="{FF2B5EF4-FFF2-40B4-BE49-F238E27FC236}">
                <a16:creationId xmlns:a16="http://schemas.microsoft.com/office/drawing/2014/main" id="{7B44DA0F-9275-2EC0-7B1B-B9A6A403A6BC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22657" t="24436" r="26149" b="24047"/>
          <a:stretch>
            <a:fillRect/>
          </a:stretch>
        </p:blipFill>
        <p:spPr>
          <a:xfrm>
            <a:off x="9416260" y="132099"/>
            <a:ext cx="392622" cy="395109"/>
          </a:xfrm>
          <a:prstGeom prst="rect">
            <a:avLst/>
          </a:prstGeom>
        </p:spPr>
      </p:pic>
      <p:sp>
        <p:nvSpPr>
          <p:cNvPr id="41" name="Retângulo 40">
            <a:extLst>
              <a:ext uri="{FF2B5EF4-FFF2-40B4-BE49-F238E27FC236}">
                <a16:creationId xmlns:a16="http://schemas.microsoft.com/office/drawing/2014/main" id="{D37DC268-5D37-298E-2B1C-9B8DF6E1C0D4}"/>
              </a:ext>
            </a:extLst>
          </p:cNvPr>
          <p:cNvSpPr/>
          <p:nvPr/>
        </p:nvSpPr>
        <p:spPr>
          <a:xfrm>
            <a:off x="9827587" y="180015"/>
            <a:ext cx="798617" cy="30777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pt-BR" sz="1400" b="1" dirty="0">
                <a:latin typeface="Trade Gothic Next Rounded" panose="020F0502020204030204" pitchFamily="34" charset="0"/>
                <a:ea typeface="Cambria" panose="02040503050406030204" pitchFamily="18" charset="0"/>
              </a:rPr>
              <a:t>IDIOMA</a:t>
            </a:r>
          </a:p>
        </p:txBody>
      </p:sp>
      <p:pic>
        <p:nvPicPr>
          <p:cNvPr id="48" name="Imagem 47" descr="Som ligado - ícones de rede grátis">
            <a:extLst>
              <a:ext uri="{FF2B5EF4-FFF2-40B4-BE49-F238E27FC236}">
                <a16:creationId xmlns:a16="http://schemas.microsoft.com/office/drawing/2014/main" id="{F74CA7C9-2984-86A4-2C58-238E2208B2A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794229" y="148473"/>
            <a:ext cx="378735" cy="378735"/>
          </a:xfrm>
          <a:prstGeom prst="rect">
            <a:avLst/>
          </a:prstGeom>
        </p:spPr>
      </p:pic>
      <p:grpSp>
        <p:nvGrpSpPr>
          <p:cNvPr id="50" name="Agrupar 49">
            <a:extLst>
              <a:ext uri="{FF2B5EF4-FFF2-40B4-BE49-F238E27FC236}">
                <a16:creationId xmlns:a16="http://schemas.microsoft.com/office/drawing/2014/main" id="{E5DC2E1E-714A-2A0A-6A90-EC96F5F8920A}"/>
              </a:ext>
            </a:extLst>
          </p:cNvPr>
          <p:cNvGrpSpPr/>
          <p:nvPr/>
        </p:nvGrpSpPr>
        <p:grpSpPr>
          <a:xfrm>
            <a:off x="929503" y="3214530"/>
            <a:ext cx="2363345" cy="1871957"/>
            <a:chOff x="644693" y="3214530"/>
            <a:chExt cx="2363345" cy="1871957"/>
          </a:xfrm>
        </p:grpSpPr>
        <p:sp>
          <p:nvSpPr>
            <p:cNvPr id="15" name="Retângulo 14">
              <a:extLst>
                <a:ext uri="{FF2B5EF4-FFF2-40B4-BE49-F238E27FC236}">
                  <a16:creationId xmlns:a16="http://schemas.microsoft.com/office/drawing/2014/main" id="{E3538758-191B-BC9F-F3C0-D7CDF20FCEE0}"/>
                </a:ext>
              </a:extLst>
            </p:cNvPr>
            <p:cNvSpPr/>
            <p:nvPr/>
          </p:nvSpPr>
          <p:spPr>
            <a:xfrm>
              <a:off x="644693" y="3214530"/>
              <a:ext cx="2363345" cy="178383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C00000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  <a:scene3d>
              <a:camera prst="perspectiveFront"/>
              <a:lightRig rig="threePt" dir="t"/>
            </a:scene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7" name="Retângulo 16">
              <a:extLst>
                <a:ext uri="{FF2B5EF4-FFF2-40B4-BE49-F238E27FC236}">
                  <a16:creationId xmlns:a16="http://schemas.microsoft.com/office/drawing/2014/main" id="{3E76E3FE-D285-4D24-5E12-5A4BBD736CF6}"/>
                </a:ext>
              </a:extLst>
            </p:cNvPr>
            <p:cNvSpPr/>
            <p:nvPr/>
          </p:nvSpPr>
          <p:spPr>
            <a:xfrm>
              <a:off x="647128" y="4317046"/>
              <a:ext cx="2358338" cy="769441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pt-BR" sz="4400" b="1" dirty="0">
                  <a:latin typeface="Trade Gothic Next Rounded" panose="020F0502020204030204" pitchFamily="34" charset="0"/>
                  <a:ea typeface="Cambria" panose="02040503050406030204" pitchFamily="18" charset="0"/>
                </a:rPr>
                <a:t>GALERIA</a:t>
              </a:r>
            </a:p>
          </p:txBody>
        </p:sp>
        <p:pic>
          <p:nvPicPr>
            <p:cNvPr id="19" name="Imagem 18" descr="Fotografia icon: 826 mil imagens, fotos e ilustrações stock livres de  direitos | Shutterstock">
              <a:extLst>
                <a:ext uri="{FF2B5EF4-FFF2-40B4-BE49-F238E27FC236}">
                  <a16:creationId xmlns:a16="http://schemas.microsoft.com/office/drawing/2014/main" id="{FFC83CAA-018C-9FF5-DE5F-FD77EE5477B5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duotone>
                <a:schemeClr val="accent2">
                  <a:shade val="45000"/>
                  <a:satMod val="135000"/>
                </a:schemeClr>
                <a:prstClr val="white"/>
              </a:duotone>
            </a:blip>
            <a:srcRect l="51990" t="13747" b="26323"/>
            <a:stretch>
              <a:fillRect/>
            </a:stretch>
          </p:blipFill>
          <p:spPr>
            <a:xfrm>
              <a:off x="1178525" y="3289480"/>
              <a:ext cx="1304275" cy="986728"/>
            </a:xfrm>
            <a:prstGeom prst="rect">
              <a:avLst/>
            </a:prstGeom>
          </p:spPr>
        </p:pic>
      </p:grpSp>
      <p:grpSp>
        <p:nvGrpSpPr>
          <p:cNvPr id="49" name="Agrupar 48">
            <a:extLst>
              <a:ext uri="{FF2B5EF4-FFF2-40B4-BE49-F238E27FC236}">
                <a16:creationId xmlns:a16="http://schemas.microsoft.com/office/drawing/2014/main" id="{661EF289-1016-D039-F217-EBE46B83747E}"/>
              </a:ext>
            </a:extLst>
          </p:cNvPr>
          <p:cNvGrpSpPr/>
          <p:nvPr/>
        </p:nvGrpSpPr>
        <p:grpSpPr>
          <a:xfrm>
            <a:off x="1975855" y="3214530"/>
            <a:ext cx="6198432" cy="1864716"/>
            <a:chOff x="1511165" y="3214530"/>
            <a:chExt cx="6198432" cy="1864716"/>
          </a:xfrm>
        </p:grpSpPr>
        <p:sp>
          <p:nvSpPr>
            <p:cNvPr id="22" name="Retângulo 21">
              <a:extLst>
                <a:ext uri="{FF2B5EF4-FFF2-40B4-BE49-F238E27FC236}">
                  <a16:creationId xmlns:a16="http://schemas.microsoft.com/office/drawing/2014/main" id="{381FD831-3BBD-B818-7F8D-17C87816F837}"/>
                </a:ext>
              </a:extLst>
            </p:cNvPr>
            <p:cNvSpPr/>
            <p:nvPr/>
          </p:nvSpPr>
          <p:spPr>
            <a:xfrm>
              <a:off x="3421416" y="3214530"/>
              <a:ext cx="2363345" cy="178383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C00000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  <a:scene3d>
              <a:camera prst="perspectiveFront"/>
              <a:lightRig rig="threePt" dir="t"/>
            </a:scene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pic>
          <p:nvPicPr>
            <p:cNvPr id="25" name="Imagem 24" descr="ícone do histórico de navegação. design de vetor plana de símbolo de  história isolado no fundo branco. 5723785 Vetor no Vecteezy">
              <a:extLst>
                <a:ext uri="{FF2B5EF4-FFF2-40B4-BE49-F238E27FC236}">
                  <a16:creationId xmlns:a16="http://schemas.microsoft.com/office/drawing/2014/main" id="{F5869C22-F28C-A7D8-881C-A206EF58E485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duotone>
                <a:schemeClr val="accent2">
                  <a:shade val="45000"/>
                  <a:satMod val="135000"/>
                </a:schemeClr>
                <a:prstClr val="white"/>
              </a:duotone>
            </a:blip>
            <a:srcRect l="22952" t="17250" r="20381" b="14473"/>
            <a:stretch>
              <a:fillRect/>
            </a:stretch>
          </p:blipFill>
          <p:spPr>
            <a:xfrm>
              <a:off x="4138411" y="3274490"/>
              <a:ext cx="902576" cy="1087526"/>
            </a:xfrm>
            <a:prstGeom prst="rect">
              <a:avLst/>
            </a:prstGeom>
          </p:spPr>
        </p:pic>
        <p:sp>
          <p:nvSpPr>
            <p:cNvPr id="29" name="CaixaDeTexto 28">
              <a:extLst>
                <a:ext uri="{FF2B5EF4-FFF2-40B4-BE49-F238E27FC236}">
                  <a16:creationId xmlns:a16="http://schemas.microsoft.com/office/drawing/2014/main" id="{E58AB1E3-C20A-4F81-4A66-30B142B4A421}"/>
                </a:ext>
              </a:extLst>
            </p:cNvPr>
            <p:cNvSpPr txBox="1"/>
            <p:nvPr/>
          </p:nvSpPr>
          <p:spPr>
            <a:xfrm>
              <a:off x="1511165" y="4340582"/>
              <a:ext cx="6198432" cy="73866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pt-BR" sz="4200" b="1" dirty="0">
                  <a:latin typeface="Trade Gothic Next Rounded" panose="020F0502020204030204" pitchFamily="34" charset="0"/>
                  <a:ea typeface="Cambria" panose="02040503050406030204" pitchFamily="18" charset="0"/>
                </a:rPr>
                <a:t>HISTÓRIA</a:t>
              </a:r>
            </a:p>
          </p:txBody>
        </p:sp>
      </p:grpSp>
      <p:grpSp>
        <p:nvGrpSpPr>
          <p:cNvPr id="55" name="Agrupar 54">
            <a:extLst>
              <a:ext uri="{FF2B5EF4-FFF2-40B4-BE49-F238E27FC236}">
                <a16:creationId xmlns:a16="http://schemas.microsoft.com/office/drawing/2014/main" id="{76AE057C-17C4-E772-4A98-F4B27BF27538}"/>
              </a:ext>
            </a:extLst>
          </p:cNvPr>
          <p:cNvGrpSpPr/>
          <p:nvPr/>
        </p:nvGrpSpPr>
        <p:grpSpPr>
          <a:xfrm>
            <a:off x="6738971" y="3170105"/>
            <a:ext cx="2771493" cy="3081591"/>
            <a:chOff x="9169559" y="3491463"/>
            <a:chExt cx="2771493" cy="3081591"/>
          </a:xfrm>
        </p:grpSpPr>
        <p:sp>
          <p:nvSpPr>
            <p:cNvPr id="56" name="Retângulo 55">
              <a:extLst>
                <a:ext uri="{FF2B5EF4-FFF2-40B4-BE49-F238E27FC236}">
                  <a16:creationId xmlns:a16="http://schemas.microsoft.com/office/drawing/2014/main" id="{0C52668E-E966-BA75-D3D0-9261FD395136}"/>
                </a:ext>
              </a:extLst>
            </p:cNvPr>
            <p:cNvSpPr/>
            <p:nvPr/>
          </p:nvSpPr>
          <p:spPr>
            <a:xfrm>
              <a:off x="9169559" y="3491463"/>
              <a:ext cx="2771493" cy="3081591"/>
            </a:xfrm>
            <a:prstGeom prst="rect">
              <a:avLst/>
            </a:prstGeom>
            <a:noFill/>
            <a:ln>
              <a:solidFill>
                <a:srgbClr val="C00000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  <a:scene3d>
              <a:camera prst="perspectiveFront"/>
              <a:lightRig rig="threePt" dir="t"/>
            </a:scene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57" name="Retângulo 56">
              <a:extLst>
                <a:ext uri="{FF2B5EF4-FFF2-40B4-BE49-F238E27FC236}">
                  <a16:creationId xmlns:a16="http://schemas.microsoft.com/office/drawing/2014/main" id="{7DD315B3-9D3E-1510-8F67-A6892CAEFEBD}"/>
                </a:ext>
              </a:extLst>
            </p:cNvPr>
            <p:cNvSpPr/>
            <p:nvPr/>
          </p:nvSpPr>
          <p:spPr>
            <a:xfrm>
              <a:off x="9336975" y="5336500"/>
              <a:ext cx="2540824" cy="1200329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pt-BR" sz="3600" b="1" dirty="0">
                  <a:latin typeface="Trade Gothic Next Rounded" panose="020F0502020204030204" pitchFamily="34" charset="0"/>
                  <a:ea typeface="Cambria" panose="02040503050406030204" pitchFamily="18" charset="0"/>
                </a:rPr>
                <a:t>Passaporte </a:t>
              </a:r>
            </a:p>
            <a:p>
              <a:pPr algn="ctr"/>
              <a:r>
                <a:rPr lang="pt-BR" sz="3600" b="1" dirty="0">
                  <a:latin typeface="Trade Gothic Next Rounded" panose="020F0502020204030204" pitchFamily="34" charset="0"/>
                  <a:ea typeface="Cambria" panose="02040503050406030204" pitchFamily="18" charset="0"/>
                </a:rPr>
                <a:t>Digital</a:t>
              </a:r>
            </a:p>
          </p:txBody>
        </p:sp>
        <p:pic>
          <p:nvPicPr>
            <p:cNvPr id="58" name="Imagem 57" descr="sinal de vetor do símbolo do passaporte é isolado em um fundo branco. cor  do ícone do passaporte editável. 9685779 Vetor no Vecteezy">
              <a:extLst>
                <a:ext uri="{FF2B5EF4-FFF2-40B4-BE49-F238E27FC236}">
                  <a16:creationId xmlns:a16="http://schemas.microsoft.com/office/drawing/2014/main" id="{0672FAE0-5857-4318-0708-442F2AE705A1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duotone>
                <a:schemeClr val="accent2">
                  <a:shade val="45000"/>
                  <a:satMod val="135000"/>
                </a:schemeClr>
                <a:prstClr val="white"/>
              </a:duotone>
            </a:blip>
            <a:srcRect l="32288" t="23145" r="32052" b="21953"/>
            <a:stretch>
              <a:fillRect/>
            </a:stretch>
          </p:blipFill>
          <p:spPr>
            <a:xfrm>
              <a:off x="10025826" y="3660228"/>
              <a:ext cx="1110815" cy="1710167"/>
            </a:xfrm>
            <a:prstGeom prst="rect">
              <a:avLst/>
            </a:prstGeom>
          </p:spPr>
        </p:pic>
      </p:grpSp>
      <p:pic>
        <p:nvPicPr>
          <p:cNvPr id="60" name="Imagem 59">
            <a:extLst>
              <a:ext uri="{FF2B5EF4-FFF2-40B4-BE49-F238E27FC236}">
                <a16:creationId xmlns:a16="http://schemas.microsoft.com/office/drawing/2014/main" id="{BC991A47-5EC8-6195-870D-C6D449AF6AC3}"/>
              </a:ext>
            </a:extLst>
          </p:cNvPr>
          <p:cNvPicPr>
            <a:picLocks noChangeAspect="1"/>
          </p:cNvPicPr>
          <p:nvPr/>
        </p:nvPicPr>
        <p:blipFill>
          <a:blip r:embed="rId12">
            <a:duotone>
              <a:schemeClr val="accent2">
                <a:shade val="45000"/>
                <a:satMod val="135000"/>
              </a:schemeClr>
              <a:prstClr val="white"/>
            </a:duotone>
          </a:blip>
          <a:srcRect l="3927" t="8645" r="4341" b="4639"/>
          <a:stretch>
            <a:fillRect/>
          </a:stretch>
        </p:blipFill>
        <p:spPr>
          <a:xfrm>
            <a:off x="7725856" y="3762962"/>
            <a:ext cx="797722" cy="6745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712858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BE3351-514E-2110-D318-8CD93C0512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Imagem 22">
            <a:extLst>
              <a:ext uri="{FF2B5EF4-FFF2-40B4-BE49-F238E27FC236}">
                <a16:creationId xmlns:a16="http://schemas.microsoft.com/office/drawing/2014/main" id="{F5471178-8D5B-3B52-251B-0A96FE0D755A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  <a:duotone>
              <a:schemeClr val="accent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2812580" y="0"/>
            <a:ext cx="8276678" cy="7062112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6693F40C-7879-BAE3-0A81-5A481B6467B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40210" y="-270424"/>
            <a:ext cx="9144000" cy="1353279"/>
          </a:xfrm>
        </p:spPr>
        <p:txBody>
          <a:bodyPr>
            <a:normAutofit/>
          </a:bodyPr>
          <a:lstStyle/>
          <a:p>
            <a:r>
              <a:rPr lang="pt-BR" sz="7200" dirty="0"/>
              <a:t>𝕽𝖔𝖙𝖆 𝕾𝖆𝖈𝖗𝖆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E9EEF4C4-D4A4-C19D-F0B4-15CEBFEBCE8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808882" y="5887254"/>
            <a:ext cx="2293496" cy="790731"/>
          </a:xfrm>
          <a:ln w="38100"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normAutofit fontScale="92500" lnSpcReduction="10000"/>
          </a:bodyPr>
          <a:lstStyle/>
          <a:p>
            <a:endParaRPr lang="pt-BR" sz="1100" dirty="0">
              <a:latin typeface="Trade Gothic Next Rounded" panose="020F0502020204030204" pitchFamily="34" charset="0"/>
            </a:endParaRPr>
          </a:p>
          <a:p>
            <a:r>
              <a:rPr lang="pt-BR" sz="3600" dirty="0">
                <a:solidFill>
                  <a:srgbClr val="C00000"/>
                </a:solidFill>
                <a:latin typeface="Trade Gothic Next Rounded" panose="020F0502020204030204" pitchFamily="34" charset="0"/>
              </a:rPr>
              <a:t>VOLTAR</a:t>
            </a: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22A58CD0-8D45-8268-64C2-2A4ED124AC1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4090" y="179883"/>
            <a:ext cx="1219738" cy="1250748"/>
          </a:xfrm>
          <a:prstGeom prst="rect">
            <a:avLst/>
          </a:prstGeom>
        </p:spPr>
      </p:pic>
      <p:pic>
        <p:nvPicPr>
          <p:cNvPr id="21" name="Imagem 20">
            <a:extLst>
              <a:ext uri="{FF2B5EF4-FFF2-40B4-BE49-F238E27FC236}">
                <a16:creationId xmlns:a16="http://schemas.microsoft.com/office/drawing/2014/main" id="{9BC3BB0E-98B8-BD6D-E7D9-60E8D66311D9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20000"/>
            <a:duotone>
              <a:schemeClr val="accent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9689270" y="2563317"/>
            <a:ext cx="2701403" cy="2701403"/>
          </a:xfrm>
          <a:prstGeom prst="rect">
            <a:avLst/>
          </a:prstGeom>
        </p:spPr>
      </p:pic>
      <p:grpSp>
        <p:nvGrpSpPr>
          <p:cNvPr id="5" name="Agrupar 4">
            <a:extLst>
              <a:ext uri="{FF2B5EF4-FFF2-40B4-BE49-F238E27FC236}">
                <a16:creationId xmlns:a16="http://schemas.microsoft.com/office/drawing/2014/main" id="{9652D5D0-7893-6EB8-3120-63E9861BB855}"/>
              </a:ext>
            </a:extLst>
          </p:cNvPr>
          <p:cNvGrpSpPr/>
          <p:nvPr/>
        </p:nvGrpSpPr>
        <p:grpSpPr>
          <a:xfrm>
            <a:off x="2715742" y="1190098"/>
            <a:ext cx="6760515" cy="776987"/>
            <a:chOff x="3701230" y="2699292"/>
            <a:chExt cx="2363345" cy="1783830"/>
          </a:xfrm>
        </p:grpSpPr>
        <p:sp>
          <p:nvSpPr>
            <p:cNvPr id="26" name="Retângulo 25">
              <a:extLst>
                <a:ext uri="{FF2B5EF4-FFF2-40B4-BE49-F238E27FC236}">
                  <a16:creationId xmlns:a16="http://schemas.microsoft.com/office/drawing/2014/main" id="{B875F368-A110-8109-BEFE-2E41A0BBE001}"/>
                </a:ext>
              </a:extLst>
            </p:cNvPr>
            <p:cNvSpPr/>
            <p:nvPr/>
          </p:nvSpPr>
          <p:spPr>
            <a:xfrm>
              <a:off x="3701230" y="2699292"/>
              <a:ext cx="2363345" cy="178383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C00000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  <a:scene3d>
              <a:camera prst="perspectiveFront"/>
              <a:lightRig rig="threePt" dir="t"/>
            </a:scene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2800" dirty="0">
                  <a:solidFill>
                    <a:schemeClr val="tx1"/>
                  </a:solidFill>
                </a:rPr>
                <a:t>BASILICA  DE SÃO PEDRO</a:t>
              </a:r>
              <a:endParaRPr lang="pt-BR" dirty="0">
                <a:solidFill>
                  <a:schemeClr val="tx1"/>
                </a:solidFill>
              </a:endParaRPr>
            </a:p>
          </p:txBody>
        </p:sp>
        <p:pic>
          <p:nvPicPr>
            <p:cNvPr id="33" name="Imagem 32" descr="Guia Ilustrações, Vetores E Clipart De Stock – (297,813 Stock Illustrations)">
              <a:extLst>
                <a:ext uri="{FF2B5EF4-FFF2-40B4-BE49-F238E27FC236}">
                  <a16:creationId xmlns:a16="http://schemas.microsoft.com/office/drawing/2014/main" id="{9842299B-3164-6943-4944-1819815A951F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duotone>
                <a:schemeClr val="accent2">
                  <a:shade val="45000"/>
                  <a:satMod val="135000"/>
                </a:schemeClr>
                <a:prstClr val="white"/>
              </a:duotone>
            </a:blip>
            <a:srcRect l="19851" t="15947" r="18436" b="33038"/>
            <a:stretch>
              <a:fillRect/>
            </a:stretch>
          </p:blipFill>
          <p:spPr>
            <a:xfrm>
              <a:off x="3720961" y="2866525"/>
              <a:ext cx="387038" cy="1337539"/>
            </a:xfrm>
            <a:prstGeom prst="rect">
              <a:avLst/>
            </a:prstGeom>
          </p:spPr>
        </p:pic>
      </p:grpSp>
      <p:sp>
        <p:nvSpPr>
          <p:cNvPr id="36" name="Retângulo 35">
            <a:extLst>
              <a:ext uri="{FF2B5EF4-FFF2-40B4-BE49-F238E27FC236}">
                <a16:creationId xmlns:a16="http://schemas.microsoft.com/office/drawing/2014/main" id="{85849A0F-410D-2B79-3CB3-7F7E16E9426A}"/>
              </a:ext>
            </a:extLst>
          </p:cNvPr>
          <p:cNvSpPr/>
          <p:nvPr/>
        </p:nvSpPr>
        <p:spPr>
          <a:xfrm>
            <a:off x="9274489" y="110969"/>
            <a:ext cx="2713421" cy="494050"/>
          </a:xfrm>
          <a:prstGeom prst="rect">
            <a:avLst/>
          </a:prstGeom>
          <a:solidFill>
            <a:schemeClr val="bg1"/>
          </a:solidFill>
          <a:ln>
            <a:solidFill>
              <a:srgbClr val="C0000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scene3d>
            <a:camera prst="perspectiveFront"/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38" name="Imagem 37" descr="Configurações - ícones de ui grátis">
            <a:extLst>
              <a:ext uri="{FF2B5EF4-FFF2-40B4-BE49-F238E27FC236}">
                <a16:creationId xmlns:a16="http://schemas.microsoft.com/office/drawing/2014/main" id="{D6701DB7-0851-1841-7348-81FBE81F98C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482983" y="179883"/>
            <a:ext cx="347325" cy="347325"/>
          </a:xfrm>
          <a:prstGeom prst="rect">
            <a:avLst/>
          </a:prstGeom>
        </p:spPr>
      </p:pic>
      <p:pic>
        <p:nvPicPr>
          <p:cNvPr id="39" name="Imagem 38" descr="sinal de vetor do símbolo de tradução do idioma é isolado em um fundo branco. cor do ícone de tradução de idioma editável. 9687557 Vetor no Vecteezy">
            <a:extLst>
              <a:ext uri="{FF2B5EF4-FFF2-40B4-BE49-F238E27FC236}">
                <a16:creationId xmlns:a16="http://schemas.microsoft.com/office/drawing/2014/main" id="{EA5E26D0-417E-607A-357B-70F610557CF4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22657" t="24436" r="26149" b="24047"/>
          <a:stretch>
            <a:fillRect/>
          </a:stretch>
        </p:blipFill>
        <p:spPr>
          <a:xfrm>
            <a:off x="9416260" y="132099"/>
            <a:ext cx="392622" cy="395109"/>
          </a:xfrm>
          <a:prstGeom prst="rect">
            <a:avLst/>
          </a:prstGeom>
        </p:spPr>
      </p:pic>
      <p:sp>
        <p:nvSpPr>
          <p:cNvPr id="41" name="Retângulo 40">
            <a:extLst>
              <a:ext uri="{FF2B5EF4-FFF2-40B4-BE49-F238E27FC236}">
                <a16:creationId xmlns:a16="http://schemas.microsoft.com/office/drawing/2014/main" id="{9DAA38B0-AAD5-92AF-D2E8-A60FFF830E12}"/>
              </a:ext>
            </a:extLst>
          </p:cNvPr>
          <p:cNvSpPr/>
          <p:nvPr/>
        </p:nvSpPr>
        <p:spPr>
          <a:xfrm>
            <a:off x="9827587" y="180015"/>
            <a:ext cx="798617" cy="30777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pt-BR" sz="1400" b="1" dirty="0">
                <a:latin typeface="Trade Gothic Next Rounded" panose="020F0502020204030204" pitchFamily="34" charset="0"/>
                <a:ea typeface="Cambria" panose="02040503050406030204" pitchFamily="18" charset="0"/>
              </a:rPr>
              <a:t>IDIOMA</a:t>
            </a:r>
          </a:p>
        </p:txBody>
      </p:sp>
      <p:pic>
        <p:nvPicPr>
          <p:cNvPr id="48" name="Imagem 47" descr="Som ligado - ícones de rede grátis">
            <a:extLst>
              <a:ext uri="{FF2B5EF4-FFF2-40B4-BE49-F238E27FC236}">
                <a16:creationId xmlns:a16="http://schemas.microsoft.com/office/drawing/2014/main" id="{46FC4214-42CE-6E60-6F0E-53F5C7376AF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794229" y="148473"/>
            <a:ext cx="378735" cy="378735"/>
          </a:xfrm>
          <a:prstGeom prst="rect">
            <a:avLst/>
          </a:prstGeom>
        </p:spPr>
      </p:pic>
      <p:pic>
        <p:nvPicPr>
          <p:cNvPr id="4" name="Imagem 3" descr="A bela basílica de São Pedro em Roma | Optima Intercâmbio">
            <a:extLst>
              <a:ext uri="{FF2B5EF4-FFF2-40B4-BE49-F238E27FC236}">
                <a16:creationId xmlns:a16="http://schemas.microsoft.com/office/drawing/2014/main" id="{7795F7C7-03E0-5E77-8D58-79A7EBAFDB1A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04090" y="2398990"/>
            <a:ext cx="3891666" cy="2277942"/>
          </a:xfrm>
          <a:prstGeom prst="rect">
            <a:avLst/>
          </a:prstGeom>
        </p:spPr>
      </p:pic>
      <p:pic>
        <p:nvPicPr>
          <p:cNvPr id="7" name="Imagem 6" descr="Basílica de São Pedro: o coração do Vaticano - Viajando Bem">
            <a:extLst>
              <a:ext uri="{FF2B5EF4-FFF2-40B4-BE49-F238E27FC236}">
                <a16:creationId xmlns:a16="http://schemas.microsoft.com/office/drawing/2014/main" id="{9EB4C27F-8426-31C3-9630-BD45D8F884CB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217324" y="2398989"/>
            <a:ext cx="3891665" cy="2277943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60286B59-E1A5-81AF-D7FC-8B83DE5934E4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208573" y="2398989"/>
            <a:ext cx="3529973" cy="2353315"/>
          </a:xfrm>
          <a:prstGeom prst="rect">
            <a:avLst/>
          </a:prstGeom>
        </p:spPr>
      </p:pic>
      <p:sp>
        <p:nvSpPr>
          <p:cNvPr id="10" name="Seta: Divisa 9">
            <a:extLst>
              <a:ext uri="{FF2B5EF4-FFF2-40B4-BE49-F238E27FC236}">
                <a16:creationId xmlns:a16="http://schemas.microsoft.com/office/drawing/2014/main" id="{4CD70288-A1A3-45B3-A224-DE86EDDFAAF8}"/>
              </a:ext>
            </a:extLst>
          </p:cNvPr>
          <p:cNvSpPr/>
          <p:nvPr/>
        </p:nvSpPr>
        <p:spPr>
          <a:xfrm>
            <a:off x="11482983" y="2803161"/>
            <a:ext cx="619395" cy="1618937"/>
          </a:xfrm>
          <a:prstGeom prst="chevron">
            <a:avLst>
              <a:gd name="adj" fmla="val 76621"/>
            </a:avLst>
          </a:prstGeom>
          <a:solidFill>
            <a:srgbClr val="C00000">
              <a:alpha val="38039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tx1"/>
              </a:solidFill>
            </a:endParaRPr>
          </a:p>
        </p:txBody>
      </p:sp>
      <p:grpSp>
        <p:nvGrpSpPr>
          <p:cNvPr id="13" name="Agrupar 12">
            <a:extLst>
              <a:ext uri="{FF2B5EF4-FFF2-40B4-BE49-F238E27FC236}">
                <a16:creationId xmlns:a16="http://schemas.microsoft.com/office/drawing/2014/main" id="{F11F60DC-6656-9EA4-1A95-5F42670FC705}"/>
              </a:ext>
            </a:extLst>
          </p:cNvPr>
          <p:cNvGrpSpPr/>
          <p:nvPr/>
        </p:nvGrpSpPr>
        <p:grpSpPr>
          <a:xfrm>
            <a:off x="974361" y="4832903"/>
            <a:ext cx="5686886" cy="1783830"/>
            <a:chOff x="1511165" y="3156517"/>
            <a:chExt cx="6198432" cy="1783830"/>
          </a:xfrm>
        </p:grpSpPr>
        <p:sp>
          <p:nvSpPr>
            <p:cNvPr id="14" name="Retângulo 13">
              <a:extLst>
                <a:ext uri="{FF2B5EF4-FFF2-40B4-BE49-F238E27FC236}">
                  <a16:creationId xmlns:a16="http://schemas.microsoft.com/office/drawing/2014/main" id="{FA10DD55-6903-D922-B62A-EF0C8578D73F}"/>
                </a:ext>
              </a:extLst>
            </p:cNvPr>
            <p:cNvSpPr/>
            <p:nvPr/>
          </p:nvSpPr>
          <p:spPr>
            <a:xfrm>
              <a:off x="3514734" y="3156517"/>
              <a:ext cx="2188757" cy="178383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C00000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  <a:scene3d>
              <a:camera prst="perspectiveFront"/>
              <a:lightRig rig="threePt" dir="t"/>
            </a:scene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pic>
          <p:nvPicPr>
            <p:cNvPr id="16" name="Imagem 15" descr="ícone do histórico de navegação. design de vetor plana de símbolo de  história isolado no fundo branco. 5723785 Vetor no Vecteezy">
              <a:extLst>
                <a:ext uri="{FF2B5EF4-FFF2-40B4-BE49-F238E27FC236}">
                  <a16:creationId xmlns:a16="http://schemas.microsoft.com/office/drawing/2014/main" id="{7DBF0E12-A607-CA30-0DDA-41A6237802A2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>
              <a:duotone>
                <a:schemeClr val="accent2">
                  <a:shade val="45000"/>
                  <a:satMod val="135000"/>
                </a:schemeClr>
                <a:prstClr val="white"/>
              </a:duotone>
            </a:blip>
            <a:srcRect l="22952" t="17250" r="20381" b="14473"/>
            <a:stretch>
              <a:fillRect/>
            </a:stretch>
          </p:blipFill>
          <p:spPr>
            <a:xfrm>
              <a:off x="4138411" y="3274490"/>
              <a:ext cx="902576" cy="1087526"/>
            </a:xfrm>
            <a:prstGeom prst="rect">
              <a:avLst/>
            </a:prstGeom>
          </p:spPr>
        </p:pic>
        <p:sp>
          <p:nvSpPr>
            <p:cNvPr id="18" name="CaixaDeTexto 17">
              <a:extLst>
                <a:ext uri="{FF2B5EF4-FFF2-40B4-BE49-F238E27FC236}">
                  <a16:creationId xmlns:a16="http://schemas.microsoft.com/office/drawing/2014/main" id="{A8EDE102-6D7F-2951-A968-B3AC33EDE2A7}"/>
                </a:ext>
              </a:extLst>
            </p:cNvPr>
            <p:cNvSpPr txBox="1"/>
            <p:nvPr/>
          </p:nvSpPr>
          <p:spPr>
            <a:xfrm>
              <a:off x="1511165" y="4340582"/>
              <a:ext cx="6198432" cy="58477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pt-BR" sz="3200" b="1" dirty="0">
                  <a:latin typeface="Trade Gothic Next Rounded" panose="020F0502020204030204" pitchFamily="34" charset="0"/>
                  <a:ea typeface="Cambria" panose="02040503050406030204" pitchFamily="18" charset="0"/>
                </a:rPr>
                <a:t>HISTÓRIA</a:t>
              </a:r>
            </a:p>
          </p:txBody>
        </p:sp>
      </p:grpSp>
      <p:grpSp>
        <p:nvGrpSpPr>
          <p:cNvPr id="20" name="Agrupar 19">
            <a:extLst>
              <a:ext uri="{FF2B5EF4-FFF2-40B4-BE49-F238E27FC236}">
                <a16:creationId xmlns:a16="http://schemas.microsoft.com/office/drawing/2014/main" id="{DE6694D2-81A4-D379-CA20-8831BE073015}"/>
              </a:ext>
            </a:extLst>
          </p:cNvPr>
          <p:cNvGrpSpPr/>
          <p:nvPr/>
        </p:nvGrpSpPr>
        <p:grpSpPr>
          <a:xfrm>
            <a:off x="5467469" y="4866099"/>
            <a:ext cx="2092647" cy="1783830"/>
            <a:chOff x="9169559" y="3491463"/>
            <a:chExt cx="2771493" cy="3081591"/>
          </a:xfrm>
        </p:grpSpPr>
        <p:sp>
          <p:nvSpPr>
            <p:cNvPr id="24" name="Retângulo 23">
              <a:extLst>
                <a:ext uri="{FF2B5EF4-FFF2-40B4-BE49-F238E27FC236}">
                  <a16:creationId xmlns:a16="http://schemas.microsoft.com/office/drawing/2014/main" id="{CD3162BF-FE81-B422-800F-9228BAAFE166}"/>
                </a:ext>
              </a:extLst>
            </p:cNvPr>
            <p:cNvSpPr/>
            <p:nvPr/>
          </p:nvSpPr>
          <p:spPr>
            <a:xfrm>
              <a:off x="9169559" y="3491463"/>
              <a:ext cx="2771493" cy="3081591"/>
            </a:xfrm>
            <a:prstGeom prst="rect">
              <a:avLst/>
            </a:prstGeom>
            <a:noFill/>
            <a:ln>
              <a:solidFill>
                <a:srgbClr val="C00000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  <a:scene3d>
              <a:camera prst="perspectiveFront"/>
              <a:lightRig rig="threePt" dir="t"/>
            </a:scene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27" name="Retângulo 26">
              <a:extLst>
                <a:ext uri="{FF2B5EF4-FFF2-40B4-BE49-F238E27FC236}">
                  <a16:creationId xmlns:a16="http://schemas.microsoft.com/office/drawing/2014/main" id="{722895B4-79E6-7DEF-26B7-E986122F963F}"/>
                </a:ext>
              </a:extLst>
            </p:cNvPr>
            <p:cNvSpPr/>
            <p:nvPr/>
          </p:nvSpPr>
          <p:spPr>
            <a:xfrm>
              <a:off x="9490610" y="5336500"/>
              <a:ext cx="2413432" cy="1222883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pt-BR" sz="2000" b="1" dirty="0">
                  <a:latin typeface="Trade Gothic Next Rounded" panose="020F0502020204030204" pitchFamily="34" charset="0"/>
                  <a:ea typeface="Cambria" panose="02040503050406030204" pitchFamily="18" charset="0"/>
                </a:rPr>
                <a:t>Passaporte </a:t>
              </a:r>
            </a:p>
            <a:p>
              <a:pPr algn="ctr"/>
              <a:r>
                <a:rPr lang="pt-BR" sz="2000" b="1" dirty="0">
                  <a:latin typeface="Trade Gothic Next Rounded" panose="020F0502020204030204" pitchFamily="34" charset="0"/>
                  <a:ea typeface="Cambria" panose="02040503050406030204" pitchFamily="18" charset="0"/>
                </a:rPr>
                <a:t>Digital</a:t>
              </a:r>
            </a:p>
          </p:txBody>
        </p:sp>
        <p:pic>
          <p:nvPicPr>
            <p:cNvPr id="28" name="Imagem 27" descr="sinal de vetor do símbolo do passaporte é isolado em um fundo branco. cor  do ícone do passaporte editável. 9685779 Vetor no Vecteezy">
              <a:extLst>
                <a:ext uri="{FF2B5EF4-FFF2-40B4-BE49-F238E27FC236}">
                  <a16:creationId xmlns:a16="http://schemas.microsoft.com/office/drawing/2014/main" id="{0BE49586-2ECA-254D-4E38-A03AFB2EB54A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>
              <a:duotone>
                <a:schemeClr val="accent2">
                  <a:shade val="45000"/>
                  <a:satMod val="135000"/>
                </a:schemeClr>
                <a:prstClr val="white"/>
              </a:duotone>
            </a:blip>
            <a:srcRect l="32288" t="23145" r="32052" b="21953"/>
            <a:stretch>
              <a:fillRect/>
            </a:stretch>
          </p:blipFill>
          <p:spPr>
            <a:xfrm>
              <a:off x="10025826" y="3660228"/>
              <a:ext cx="1110815" cy="1710167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10633667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5756DA-0C6A-BEE5-59F4-5536F52F88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Imagem 22">
            <a:extLst>
              <a:ext uri="{FF2B5EF4-FFF2-40B4-BE49-F238E27FC236}">
                <a16:creationId xmlns:a16="http://schemas.microsoft.com/office/drawing/2014/main" id="{2F70216B-7447-8D8A-494E-6A9C69264D20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  <a:duotone>
              <a:schemeClr val="accent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2812580" y="0"/>
            <a:ext cx="8276678" cy="7062112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4EC43709-4091-2D24-8BD2-9FD1C18D954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28964" y="442679"/>
            <a:ext cx="9144000" cy="1353279"/>
          </a:xfrm>
        </p:spPr>
        <p:txBody>
          <a:bodyPr>
            <a:normAutofit/>
          </a:bodyPr>
          <a:lstStyle/>
          <a:p>
            <a:r>
              <a:rPr lang="pt-BR" sz="7200" dirty="0"/>
              <a:t>𝕽𝖔𝖙𝖆 𝕾𝖆𝖈𝖗𝖆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C403AAFB-3755-A85A-36BC-42D9DFF5541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808882" y="5887254"/>
            <a:ext cx="2293496" cy="790731"/>
          </a:xfrm>
          <a:ln w="38100"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normAutofit fontScale="92500" lnSpcReduction="10000"/>
          </a:bodyPr>
          <a:lstStyle/>
          <a:p>
            <a:endParaRPr lang="pt-BR" sz="1100" dirty="0">
              <a:latin typeface="Trade Gothic Next Rounded" panose="020F0502020204030204" pitchFamily="34" charset="0"/>
            </a:endParaRPr>
          </a:p>
          <a:p>
            <a:r>
              <a:rPr lang="pt-BR" sz="3600" dirty="0">
                <a:solidFill>
                  <a:srgbClr val="C00000"/>
                </a:solidFill>
                <a:latin typeface="Trade Gothic Next Rounded" panose="020F0502020204030204" pitchFamily="34" charset="0"/>
              </a:rPr>
              <a:t>VOLTAR</a:t>
            </a: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EA400090-46E8-708F-F73A-76903C8FD50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9722" y="194878"/>
            <a:ext cx="2493289" cy="2556678"/>
          </a:xfrm>
          <a:prstGeom prst="rect">
            <a:avLst/>
          </a:prstGeom>
        </p:spPr>
      </p:pic>
      <p:pic>
        <p:nvPicPr>
          <p:cNvPr id="21" name="Imagem 20">
            <a:extLst>
              <a:ext uri="{FF2B5EF4-FFF2-40B4-BE49-F238E27FC236}">
                <a16:creationId xmlns:a16="http://schemas.microsoft.com/office/drawing/2014/main" id="{129FFE58-D31F-7603-29E5-0C19D4AA44A8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20000"/>
            <a:duotone>
              <a:schemeClr val="accent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9689270" y="2563317"/>
            <a:ext cx="2701403" cy="2701403"/>
          </a:xfrm>
          <a:prstGeom prst="rect">
            <a:avLst/>
          </a:prstGeom>
        </p:spPr>
      </p:pic>
      <p:grpSp>
        <p:nvGrpSpPr>
          <p:cNvPr id="5" name="Agrupar 4">
            <a:extLst>
              <a:ext uri="{FF2B5EF4-FFF2-40B4-BE49-F238E27FC236}">
                <a16:creationId xmlns:a16="http://schemas.microsoft.com/office/drawing/2014/main" id="{6CA0DC7A-D49A-C388-D9BB-45964CCBDD00}"/>
              </a:ext>
            </a:extLst>
          </p:cNvPr>
          <p:cNvGrpSpPr/>
          <p:nvPr/>
        </p:nvGrpSpPr>
        <p:grpSpPr>
          <a:xfrm>
            <a:off x="3288243" y="1995273"/>
            <a:ext cx="6760515" cy="776987"/>
            <a:chOff x="3701230" y="2699292"/>
            <a:chExt cx="2363345" cy="1783830"/>
          </a:xfrm>
        </p:grpSpPr>
        <p:sp>
          <p:nvSpPr>
            <p:cNvPr id="26" name="Retângulo 25">
              <a:extLst>
                <a:ext uri="{FF2B5EF4-FFF2-40B4-BE49-F238E27FC236}">
                  <a16:creationId xmlns:a16="http://schemas.microsoft.com/office/drawing/2014/main" id="{6A1A7700-53C5-B92B-2E6F-8FBA9D19F9F4}"/>
                </a:ext>
              </a:extLst>
            </p:cNvPr>
            <p:cNvSpPr/>
            <p:nvPr/>
          </p:nvSpPr>
          <p:spPr>
            <a:xfrm>
              <a:off x="3701230" y="2699292"/>
              <a:ext cx="2363345" cy="178383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C00000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  <a:scene3d>
              <a:camera prst="perspectiveFront"/>
              <a:lightRig rig="threePt" dir="t"/>
            </a:scene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2800" dirty="0">
                  <a:solidFill>
                    <a:schemeClr val="tx1"/>
                  </a:solidFill>
                </a:rPr>
                <a:t>BASILICA  DE SÃO PEDRO</a:t>
              </a:r>
              <a:endParaRPr lang="pt-BR" dirty="0">
                <a:solidFill>
                  <a:schemeClr val="tx1"/>
                </a:solidFill>
              </a:endParaRPr>
            </a:p>
          </p:txBody>
        </p:sp>
        <p:pic>
          <p:nvPicPr>
            <p:cNvPr id="33" name="Imagem 32" descr="Guia Ilustrações, Vetores E Clipart De Stock – (297,813 Stock Illustrations)">
              <a:extLst>
                <a:ext uri="{FF2B5EF4-FFF2-40B4-BE49-F238E27FC236}">
                  <a16:creationId xmlns:a16="http://schemas.microsoft.com/office/drawing/2014/main" id="{ABCDCA94-B473-3E7E-FB18-CC5B50015355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duotone>
                <a:schemeClr val="accent2">
                  <a:shade val="45000"/>
                  <a:satMod val="135000"/>
                </a:schemeClr>
                <a:prstClr val="white"/>
              </a:duotone>
            </a:blip>
            <a:srcRect l="19851" t="15947" r="18436" b="33038"/>
            <a:stretch>
              <a:fillRect/>
            </a:stretch>
          </p:blipFill>
          <p:spPr>
            <a:xfrm>
              <a:off x="3720961" y="2866525"/>
              <a:ext cx="387038" cy="1337539"/>
            </a:xfrm>
            <a:prstGeom prst="rect">
              <a:avLst/>
            </a:prstGeom>
          </p:spPr>
        </p:pic>
      </p:grpSp>
      <p:sp>
        <p:nvSpPr>
          <p:cNvPr id="36" name="Retângulo 35">
            <a:extLst>
              <a:ext uri="{FF2B5EF4-FFF2-40B4-BE49-F238E27FC236}">
                <a16:creationId xmlns:a16="http://schemas.microsoft.com/office/drawing/2014/main" id="{0A0A76E8-30CA-1774-84D4-1DA684EAAC52}"/>
              </a:ext>
            </a:extLst>
          </p:cNvPr>
          <p:cNvSpPr/>
          <p:nvPr/>
        </p:nvSpPr>
        <p:spPr>
          <a:xfrm>
            <a:off x="9274489" y="110969"/>
            <a:ext cx="2713421" cy="494050"/>
          </a:xfrm>
          <a:prstGeom prst="rect">
            <a:avLst/>
          </a:prstGeom>
          <a:solidFill>
            <a:schemeClr val="bg1"/>
          </a:solidFill>
          <a:ln>
            <a:solidFill>
              <a:srgbClr val="C0000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scene3d>
            <a:camera prst="perspectiveFront"/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38" name="Imagem 37" descr="Configurações - ícones de ui grátis">
            <a:extLst>
              <a:ext uri="{FF2B5EF4-FFF2-40B4-BE49-F238E27FC236}">
                <a16:creationId xmlns:a16="http://schemas.microsoft.com/office/drawing/2014/main" id="{31AAF014-B6E4-E7A4-CC2F-CAC475D5AC7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482983" y="179883"/>
            <a:ext cx="347325" cy="347325"/>
          </a:xfrm>
          <a:prstGeom prst="rect">
            <a:avLst/>
          </a:prstGeom>
        </p:spPr>
      </p:pic>
      <p:pic>
        <p:nvPicPr>
          <p:cNvPr id="39" name="Imagem 38" descr="sinal de vetor do símbolo de tradução do idioma é isolado em um fundo branco. cor do ícone de tradução de idioma editável. 9687557 Vetor no Vecteezy">
            <a:extLst>
              <a:ext uri="{FF2B5EF4-FFF2-40B4-BE49-F238E27FC236}">
                <a16:creationId xmlns:a16="http://schemas.microsoft.com/office/drawing/2014/main" id="{F51635F6-4850-AF06-B81C-9C66D71E00BE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22657" t="24436" r="26149" b="24047"/>
          <a:stretch>
            <a:fillRect/>
          </a:stretch>
        </p:blipFill>
        <p:spPr>
          <a:xfrm>
            <a:off x="9416260" y="132099"/>
            <a:ext cx="392622" cy="395109"/>
          </a:xfrm>
          <a:prstGeom prst="rect">
            <a:avLst/>
          </a:prstGeom>
        </p:spPr>
      </p:pic>
      <p:sp>
        <p:nvSpPr>
          <p:cNvPr id="41" name="Retângulo 40">
            <a:extLst>
              <a:ext uri="{FF2B5EF4-FFF2-40B4-BE49-F238E27FC236}">
                <a16:creationId xmlns:a16="http://schemas.microsoft.com/office/drawing/2014/main" id="{2AE8B72B-D8C3-804D-7790-B0BF326001CF}"/>
              </a:ext>
            </a:extLst>
          </p:cNvPr>
          <p:cNvSpPr/>
          <p:nvPr/>
        </p:nvSpPr>
        <p:spPr>
          <a:xfrm>
            <a:off x="9827587" y="180015"/>
            <a:ext cx="798617" cy="30777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pt-BR" sz="1400" b="1" dirty="0">
                <a:latin typeface="Trade Gothic Next Rounded" panose="020F0502020204030204" pitchFamily="34" charset="0"/>
                <a:ea typeface="Cambria" panose="02040503050406030204" pitchFamily="18" charset="0"/>
              </a:rPr>
              <a:t>IDIOMA</a:t>
            </a:r>
          </a:p>
        </p:txBody>
      </p:sp>
      <p:pic>
        <p:nvPicPr>
          <p:cNvPr id="48" name="Imagem 47" descr="Som ligado - ícones de rede grátis">
            <a:extLst>
              <a:ext uri="{FF2B5EF4-FFF2-40B4-BE49-F238E27FC236}">
                <a16:creationId xmlns:a16="http://schemas.microsoft.com/office/drawing/2014/main" id="{D88C72B7-15AA-96CE-B42B-ECCF716939D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794229" y="148473"/>
            <a:ext cx="378735" cy="378735"/>
          </a:xfrm>
          <a:prstGeom prst="rect">
            <a:avLst/>
          </a:prstGeom>
        </p:spPr>
      </p:pic>
      <p:grpSp>
        <p:nvGrpSpPr>
          <p:cNvPr id="4" name="Agrupar 3">
            <a:extLst>
              <a:ext uri="{FF2B5EF4-FFF2-40B4-BE49-F238E27FC236}">
                <a16:creationId xmlns:a16="http://schemas.microsoft.com/office/drawing/2014/main" id="{448C5D03-9A15-2DD2-D20A-C8768B979E7F}"/>
              </a:ext>
            </a:extLst>
          </p:cNvPr>
          <p:cNvGrpSpPr/>
          <p:nvPr/>
        </p:nvGrpSpPr>
        <p:grpSpPr>
          <a:xfrm>
            <a:off x="4053967" y="3280916"/>
            <a:ext cx="2042033" cy="1783830"/>
            <a:chOff x="633912" y="3244510"/>
            <a:chExt cx="2384911" cy="1783830"/>
          </a:xfrm>
        </p:grpSpPr>
        <p:sp>
          <p:nvSpPr>
            <p:cNvPr id="7" name="Retângulo 6">
              <a:extLst>
                <a:ext uri="{FF2B5EF4-FFF2-40B4-BE49-F238E27FC236}">
                  <a16:creationId xmlns:a16="http://schemas.microsoft.com/office/drawing/2014/main" id="{90EC23C2-08BA-E02B-4E63-88CA886CB986}"/>
                </a:ext>
              </a:extLst>
            </p:cNvPr>
            <p:cNvSpPr/>
            <p:nvPr/>
          </p:nvSpPr>
          <p:spPr>
            <a:xfrm>
              <a:off x="644693" y="3244510"/>
              <a:ext cx="2363346" cy="178383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C00000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  <a:scene3d>
              <a:camera prst="perspectiveFront"/>
              <a:lightRig rig="threePt" dir="t"/>
            </a:scene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8" name="Retângulo 7">
              <a:extLst>
                <a:ext uri="{FF2B5EF4-FFF2-40B4-BE49-F238E27FC236}">
                  <a16:creationId xmlns:a16="http://schemas.microsoft.com/office/drawing/2014/main" id="{9AF9B427-9C11-7FCF-09D2-3C6255598ABF}"/>
                </a:ext>
              </a:extLst>
            </p:cNvPr>
            <p:cNvSpPr/>
            <p:nvPr/>
          </p:nvSpPr>
          <p:spPr>
            <a:xfrm>
              <a:off x="633912" y="4550623"/>
              <a:ext cx="2384911" cy="369332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pt-BR" b="1" dirty="0">
                  <a:latin typeface="Trade Gothic Next Rounded" panose="020F0502020204030204" pitchFamily="34" charset="0"/>
                  <a:ea typeface="Cambria" panose="02040503050406030204" pitchFamily="18" charset="0"/>
                </a:rPr>
                <a:t>CARIMBO DIGITAL</a:t>
              </a:r>
            </a:p>
          </p:txBody>
        </p:sp>
      </p:grpSp>
      <p:grpSp>
        <p:nvGrpSpPr>
          <p:cNvPr id="10" name="Agrupar 9">
            <a:extLst>
              <a:ext uri="{FF2B5EF4-FFF2-40B4-BE49-F238E27FC236}">
                <a16:creationId xmlns:a16="http://schemas.microsoft.com/office/drawing/2014/main" id="{013CEB5A-0E2F-D7E2-3038-3A977A26E580}"/>
              </a:ext>
            </a:extLst>
          </p:cNvPr>
          <p:cNvGrpSpPr/>
          <p:nvPr/>
        </p:nvGrpSpPr>
        <p:grpSpPr>
          <a:xfrm>
            <a:off x="6921304" y="3278397"/>
            <a:ext cx="2023568" cy="1783830"/>
            <a:chOff x="644693" y="3214530"/>
            <a:chExt cx="2363345" cy="1783830"/>
          </a:xfrm>
        </p:grpSpPr>
        <p:sp>
          <p:nvSpPr>
            <p:cNvPr id="11" name="Retângulo 10">
              <a:extLst>
                <a:ext uri="{FF2B5EF4-FFF2-40B4-BE49-F238E27FC236}">
                  <a16:creationId xmlns:a16="http://schemas.microsoft.com/office/drawing/2014/main" id="{62A7B6B3-C698-47F7-BED6-D0D9B4285C35}"/>
                </a:ext>
              </a:extLst>
            </p:cNvPr>
            <p:cNvSpPr/>
            <p:nvPr/>
          </p:nvSpPr>
          <p:spPr>
            <a:xfrm>
              <a:off x="644693" y="3214530"/>
              <a:ext cx="2363345" cy="178383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C00000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  <a:scene3d>
              <a:camera prst="perspectiveFront"/>
              <a:lightRig rig="threePt" dir="t"/>
            </a:scene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2" name="Retângulo 11">
              <a:extLst>
                <a:ext uri="{FF2B5EF4-FFF2-40B4-BE49-F238E27FC236}">
                  <a16:creationId xmlns:a16="http://schemas.microsoft.com/office/drawing/2014/main" id="{7C94B8DA-C34F-D6EF-E6F9-A2907EDD18EE}"/>
                </a:ext>
              </a:extLst>
            </p:cNvPr>
            <p:cNvSpPr/>
            <p:nvPr/>
          </p:nvSpPr>
          <p:spPr>
            <a:xfrm>
              <a:off x="797010" y="4317046"/>
              <a:ext cx="2058577" cy="40011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pt-BR" sz="2000" b="1" dirty="0">
                  <a:latin typeface="Trade Gothic Next Rounded" panose="020F0502020204030204" pitchFamily="34" charset="0"/>
                  <a:ea typeface="Cambria" panose="02040503050406030204" pitchFamily="18" charset="0"/>
                </a:rPr>
                <a:t>MINHA GALERIA</a:t>
              </a:r>
            </a:p>
          </p:txBody>
        </p:sp>
        <p:pic>
          <p:nvPicPr>
            <p:cNvPr id="13" name="Imagem 12" descr="Fotografia icon: 826 mil imagens, fotos e ilustrações stock livres de  direitos | Shutterstock">
              <a:extLst>
                <a:ext uri="{FF2B5EF4-FFF2-40B4-BE49-F238E27FC236}">
                  <a16:creationId xmlns:a16="http://schemas.microsoft.com/office/drawing/2014/main" id="{48A5B5CA-01FA-CD29-924A-D49F56C5CE2A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duotone>
                <a:schemeClr val="accent2">
                  <a:shade val="45000"/>
                  <a:satMod val="135000"/>
                </a:schemeClr>
                <a:prstClr val="white"/>
              </a:duotone>
            </a:blip>
            <a:srcRect l="51990" t="13747" b="26323"/>
            <a:stretch>
              <a:fillRect/>
            </a:stretch>
          </p:blipFill>
          <p:spPr>
            <a:xfrm>
              <a:off x="1178525" y="3289480"/>
              <a:ext cx="1327888" cy="813768"/>
            </a:xfrm>
            <a:prstGeom prst="rect">
              <a:avLst/>
            </a:prstGeom>
          </p:spPr>
        </p:pic>
      </p:grpSp>
      <p:pic>
        <p:nvPicPr>
          <p:cNvPr id="18" name="Imagem 17">
            <a:extLst>
              <a:ext uri="{FF2B5EF4-FFF2-40B4-BE49-F238E27FC236}">
                <a16:creationId xmlns:a16="http://schemas.microsoft.com/office/drawing/2014/main" id="{8884222D-1B0A-C324-92E7-E7C6FF77C40D}"/>
              </a:ext>
            </a:extLst>
          </p:cNvPr>
          <p:cNvPicPr>
            <a:picLocks noChangeAspect="1"/>
          </p:cNvPicPr>
          <p:nvPr/>
        </p:nvPicPr>
        <p:blipFill>
          <a:blip r:embed="rId10">
            <a:duotone>
              <a:schemeClr val="accent2">
                <a:shade val="45000"/>
                <a:satMod val="135000"/>
              </a:schemeClr>
              <a:prstClr val="white"/>
            </a:duotone>
          </a:blip>
          <a:srcRect l="3927" t="8645" r="4341" b="4639"/>
          <a:stretch>
            <a:fillRect/>
          </a:stretch>
        </p:blipFill>
        <p:spPr>
          <a:xfrm>
            <a:off x="4192923" y="3389721"/>
            <a:ext cx="1715261" cy="1018341"/>
          </a:xfrm>
          <a:prstGeom prst="rect">
            <a:avLst/>
          </a:prstGeom>
        </p:spPr>
      </p:pic>
      <p:grpSp>
        <p:nvGrpSpPr>
          <p:cNvPr id="32" name="Agrupar 31">
            <a:extLst>
              <a:ext uri="{FF2B5EF4-FFF2-40B4-BE49-F238E27FC236}">
                <a16:creationId xmlns:a16="http://schemas.microsoft.com/office/drawing/2014/main" id="{7BE5999F-3DF9-E670-B7DA-1B722D8FAE78}"/>
              </a:ext>
            </a:extLst>
          </p:cNvPr>
          <p:cNvGrpSpPr/>
          <p:nvPr/>
        </p:nvGrpSpPr>
        <p:grpSpPr>
          <a:xfrm>
            <a:off x="651660" y="3295906"/>
            <a:ext cx="2771493" cy="3081591"/>
            <a:chOff x="9169559" y="3491463"/>
            <a:chExt cx="2771493" cy="3081591"/>
          </a:xfrm>
        </p:grpSpPr>
        <p:sp>
          <p:nvSpPr>
            <p:cNvPr id="34" name="Retângulo 33">
              <a:extLst>
                <a:ext uri="{FF2B5EF4-FFF2-40B4-BE49-F238E27FC236}">
                  <a16:creationId xmlns:a16="http://schemas.microsoft.com/office/drawing/2014/main" id="{D0CC2D76-B4CF-65DC-1E72-E691975B3204}"/>
                </a:ext>
              </a:extLst>
            </p:cNvPr>
            <p:cNvSpPr/>
            <p:nvPr/>
          </p:nvSpPr>
          <p:spPr>
            <a:xfrm>
              <a:off x="9169559" y="3491463"/>
              <a:ext cx="2771493" cy="3081591"/>
            </a:xfrm>
            <a:prstGeom prst="rect">
              <a:avLst/>
            </a:prstGeom>
            <a:noFill/>
            <a:ln>
              <a:solidFill>
                <a:srgbClr val="C00000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  <a:scene3d>
              <a:camera prst="perspectiveFront"/>
              <a:lightRig rig="threePt" dir="t"/>
            </a:scene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35" name="Retângulo 34">
              <a:extLst>
                <a:ext uri="{FF2B5EF4-FFF2-40B4-BE49-F238E27FC236}">
                  <a16:creationId xmlns:a16="http://schemas.microsoft.com/office/drawing/2014/main" id="{9CBDE7D6-A71F-1E0C-4F4C-967E48E0AD9E}"/>
                </a:ext>
              </a:extLst>
            </p:cNvPr>
            <p:cNvSpPr/>
            <p:nvPr/>
          </p:nvSpPr>
          <p:spPr>
            <a:xfrm>
              <a:off x="9336975" y="5336500"/>
              <a:ext cx="2540824" cy="1200329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pt-BR" sz="3600" b="1" dirty="0">
                  <a:latin typeface="Trade Gothic Next Rounded" panose="020F0502020204030204" pitchFamily="34" charset="0"/>
                  <a:ea typeface="Cambria" panose="02040503050406030204" pitchFamily="18" charset="0"/>
                </a:rPr>
                <a:t>Passaporte </a:t>
              </a:r>
            </a:p>
            <a:p>
              <a:pPr algn="ctr"/>
              <a:r>
                <a:rPr lang="pt-BR" sz="3600" b="1" dirty="0">
                  <a:latin typeface="Trade Gothic Next Rounded" panose="020F0502020204030204" pitchFamily="34" charset="0"/>
                  <a:ea typeface="Cambria" panose="02040503050406030204" pitchFamily="18" charset="0"/>
                </a:rPr>
                <a:t>Digital</a:t>
              </a:r>
            </a:p>
          </p:txBody>
        </p:sp>
        <p:pic>
          <p:nvPicPr>
            <p:cNvPr id="37" name="Imagem 36" descr="sinal de vetor do símbolo do passaporte é isolado em um fundo branco. cor  do ícone do passaporte editável. 9685779 Vetor no Vecteezy">
              <a:extLst>
                <a:ext uri="{FF2B5EF4-FFF2-40B4-BE49-F238E27FC236}">
                  <a16:creationId xmlns:a16="http://schemas.microsoft.com/office/drawing/2014/main" id="{785C3223-09B2-81B1-1A14-1EE4BC690874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duotone>
                <a:schemeClr val="accent2">
                  <a:shade val="45000"/>
                  <a:satMod val="135000"/>
                </a:schemeClr>
                <a:prstClr val="white"/>
              </a:duotone>
            </a:blip>
            <a:srcRect l="32288" t="23145" r="32052" b="21953"/>
            <a:stretch>
              <a:fillRect/>
            </a:stretch>
          </p:blipFill>
          <p:spPr>
            <a:xfrm>
              <a:off x="10025826" y="3660228"/>
              <a:ext cx="1110815" cy="1710167"/>
            </a:xfrm>
            <a:prstGeom prst="rect">
              <a:avLst/>
            </a:prstGeom>
          </p:spPr>
        </p:pic>
      </p:grpSp>
      <p:pic>
        <p:nvPicPr>
          <p:cNvPr id="43" name="Imagem 42">
            <a:extLst>
              <a:ext uri="{FF2B5EF4-FFF2-40B4-BE49-F238E27FC236}">
                <a16:creationId xmlns:a16="http://schemas.microsoft.com/office/drawing/2014/main" id="{2192F330-E4C2-3A98-7AE7-27D93AD36AAD}"/>
              </a:ext>
            </a:extLst>
          </p:cNvPr>
          <p:cNvPicPr>
            <a:picLocks noChangeAspect="1"/>
          </p:cNvPicPr>
          <p:nvPr/>
        </p:nvPicPr>
        <p:blipFill>
          <a:blip r:embed="rId10">
            <a:duotone>
              <a:schemeClr val="accent2">
                <a:shade val="45000"/>
                <a:satMod val="135000"/>
              </a:schemeClr>
              <a:prstClr val="white"/>
            </a:duotone>
          </a:blip>
          <a:srcRect l="3927" t="8645" r="4341" b="4639"/>
          <a:stretch>
            <a:fillRect/>
          </a:stretch>
        </p:blipFill>
        <p:spPr>
          <a:xfrm>
            <a:off x="1673694" y="3884569"/>
            <a:ext cx="831587" cy="6775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568206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B913B4-7BDA-9D8A-0DEA-67FB4FD70D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Imagem 22">
            <a:extLst>
              <a:ext uri="{FF2B5EF4-FFF2-40B4-BE49-F238E27FC236}">
                <a16:creationId xmlns:a16="http://schemas.microsoft.com/office/drawing/2014/main" id="{81E556DF-FC91-EE20-5914-A98CE9EB038D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  <a:duotone>
              <a:schemeClr val="accent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2812580" y="0"/>
            <a:ext cx="8276678" cy="7062112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52E37B66-40F9-3D1C-F05F-3EE5841B90A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28964" y="442679"/>
            <a:ext cx="9144000" cy="1353279"/>
          </a:xfrm>
        </p:spPr>
        <p:txBody>
          <a:bodyPr>
            <a:normAutofit/>
          </a:bodyPr>
          <a:lstStyle/>
          <a:p>
            <a:r>
              <a:rPr lang="pt-BR" sz="7200" dirty="0"/>
              <a:t>𝕽𝖔𝖙𝖆 𝕾𝖆𝖈𝖗𝖆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785EE635-8C5C-A7C1-7DEE-B009D25B222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808882" y="5887254"/>
            <a:ext cx="2293496" cy="790731"/>
          </a:xfrm>
          <a:ln w="38100"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normAutofit fontScale="92500" lnSpcReduction="10000"/>
          </a:bodyPr>
          <a:lstStyle/>
          <a:p>
            <a:endParaRPr lang="pt-BR" sz="1100" dirty="0">
              <a:latin typeface="Trade Gothic Next Rounded" panose="020F0502020204030204" pitchFamily="34" charset="0"/>
            </a:endParaRPr>
          </a:p>
          <a:p>
            <a:r>
              <a:rPr lang="pt-BR" sz="3600" dirty="0">
                <a:solidFill>
                  <a:srgbClr val="C00000"/>
                </a:solidFill>
                <a:latin typeface="Trade Gothic Next Rounded" panose="020F0502020204030204" pitchFamily="34" charset="0"/>
              </a:rPr>
              <a:t>SALVAR</a:t>
            </a: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3F26ABB5-E4C0-1DE7-FD6D-23ED0D7FB20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9722" y="194878"/>
            <a:ext cx="2493289" cy="2556678"/>
          </a:xfrm>
          <a:prstGeom prst="rect">
            <a:avLst/>
          </a:prstGeom>
        </p:spPr>
      </p:pic>
      <p:pic>
        <p:nvPicPr>
          <p:cNvPr id="21" name="Imagem 20">
            <a:extLst>
              <a:ext uri="{FF2B5EF4-FFF2-40B4-BE49-F238E27FC236}">
                <a16:creationId xmlns:a16="http://schemas.microsoft.com/office/drawing/2014/main" id="{4CF6A3C3-3B72-2B23-3752-D92F02D010E4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20000"/>
            <a:duotone>
              <a:schemeClr val="accent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9689270" y="2563317"/>
            <a:ext cx="2701403" cy="2701403"/>
          </a:xfrm>
          <a:prstGeom prst="rect">
            <a:avLst/>
          </a:prstGeom>
        </p:spPr>
      </p:pic>
      <p:sp>
        <p:nvSpPr>
          <p:cNvPr id="36" name="Retângulo 35">
            <a:extLst>
              <a:ext uri="{FF2B5EF4-FFF2-40B4-BE49-F238E27FC236}">
                <a16:creationId xmlns:a16="http://schemas.microsoft.com/office/drawing/2014/main" id="{DEB53988-7720-80F6-B6A2-20A43A8BCB2B}"/>
              </a:ext>
            </a:extLst>
          </p:cNvPr>
          <p:cNvSpPr/>
          <p:nvPr/>
        </p:nvSpPr>
        <p:spPr>
          <a:xfrm>
            <a:off x="9274489" y="110969"/>
            <a:ext cx="2713421" cy="494050"/>
          </a:xfrm>
          <a:prstGeom prst="rect">
            <a:avLst/>
          </a:prstGeom>
          <a:solidFill>
            <a:schemeClr val="bg1"/>
          </a:solidFill>
          <a:ln>
            <a:solidFill>
              <a:srgbClr val="C0000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scene3d>
            <a:camera prst="perspectiveFront"/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38" name="Imagem 37" descr="Configurações - ícones de ui grátis">
            <a:extLst>
              <a:ext uri="{FF2B5EF4-FFF2-40B4-BE49-F238E27FC236}">
                <a16:creationId xmlns:a16="http://schemas.microsoft.com/office/drawing/2014/main" id="{4FB13D1A-50E1-D96E-19F3-12BE99816AA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482983" y="179883"/>
            <a:ext cx="347325" cy="347325"/>
          </a:xfrm>
          <a:prstGeom prst="rect">
            <a:avLst/>
          </a:prstGeom>
        </p:spPr>
      </p:pic>
      <p:pic>
        <p:nvPicPr>
          <p:cNvPr id="39" name="Imagem 38" descr="sinal de vetor do símbolo de tradução do idioma é isolado em um fundo branco. cor do ícone de tradução de idioma editável. 9687557 Vetor no Vecteezy">
            <a:extLst>
              <a:ext uri="{FF2B5EF4-FFF2-40B4-BE49-F238E27FC236}">
                <a16:creationId xmlns:a16="http://schemas.microsoft.com/office/drawing/2014/main" id="{BEBEF19D-6744-C711-1E28-9A605F686683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22657" t="24436" r="26149" b="24047"/>
          <a:stretch>
            <a:fillRect/>
          </a:stretch>
        </p:blipFill>
        <p:spPr>
          <a:xfrm>
            <a:off x="9416260" y="132099"/>
            <a:ext cx="392622" cy="395109"/>
          </a:xfrm>
          <a:prstGeom prst="rect">
            <a:avLst/>
          </a:prstGeom>
        </p:spPr>
      </p:pic>
      <p:sp>
        <p:nvSpPr>
          <p:cNvPr id="41" name="Retângulo 40">
            <a:extLst>
              <a:ext uri="{FF2B5EF4-FFF2-40B4-BE49-F238E27FC236}">
                <a16:creationId xmlns:a16="http://schemas.microsoft.com/office/drawing/2014/main" id="{00BDADEF-587E-C736-5C5C-F7710480A15D}"/>
              </a:ext>
            </a:extLst>
          </p:cNvPr>
          <p:cNvSpPr/>
          <p:nvPr/>
        </p:nvSpPr>
        <p:spPr>
          <a:xfrm>
            <a:off x="9827587" y="180015"/>
            <a:ext cx="798617" cy="30777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pt-BR" sz="1400" b="1" dirty="0">
                <a:latin typeface="Trade Gothic Next Rounded" panose="020F0502020204030204" pitchFamily="34" charset="0"/>
                <a:ea typeface="Cambria" panose="02040503050406030204" pitchFamily="18" charset="0"/>
              </a:rPr>
              <a:t>IDIOMA</a:t>
            </a:r>
          </a:p>
        </p:txBody>
      </p:sp>
      <p:pic>
        <p:nvPicPr>
          <p:cNvPr id="48" name="Imagem 47" descr="Som ligado - ícones de rede grátis">
            <a:extLst>
              <a:ext uri="{FF2B5EF4-FFF2-40B4-BE49-F238E27FC236}">
                <a16:creationId xmlns:a16="http://schemas.microsoft.com/office/drawing/2014/main" id="{66AFAA2A-4B37-696D-2AE9-279307D7DA3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794229" y="148473"/>
            <a:ext cx="378735" cy="378735"/>
          </a:xfrm>
          <a:prstGeom prst="rect">
            <a:avLst/>
          </a:prstGeom>
        </p:spPr>
      </p:pic>
      <p:grpSp>
        <p:nvGrpSpPr>
          <p:cNvPr id="32" name="Agrupar 31">
            <a:extLst>
              <a:ext uri="{FF2B5EF4-FFF2-40B4-BE49-F238E27FC236}">
                <a16:creationId xmlns:a16="http://schemas.microsoft.com/office/drawing/2014/main" id="{724394E9-69EC-46D0-4C99-F378AA74677C}"/>
              </a:ext>
            </a:extLst>
          </p:cNvPr>
          <p:cNvGrpSpPr/>
          <p:nvPr/>
        </p:nvGrpSpPr>
        <p:grpSpPr>
          <a:xfrm>
            <a:off x="344772" y="4781862"/>
            <a:ext cx="1436412" cy="1595635"/>
            <a:chOff x="9169559" y="3491463"/>
            <a:chExt cx="2771493" cy="3081591"/>
          </a:xfrm>
        </p:grpSpPr>
        <p:sp>
          <p:nvSpPr>
            <p:cNvPr id="34" name="Retângulo 33">
              <a:extLst>
                <a:ext uri="{FF2B5EF4-FFF2-40B4-BE49-F238E27FC236}">
                  <a16:creationId xmlns:a16="http://schemas.microsoft.com/office/drawing/2014/main" id="{7DE36656-80EB-78AF-6F58-67842372378F}"/>
                </a:ext>
              </a:extLst>
            </p:cNvPr>
            <p:cNvSpPr/>
            <p:nvPr/>
          </p:nvSpPr>
          <p:spPr>
            <a:xfrm>
              <a:off x="9169559" y="3491463"/>
              <a:ext cx="2771493" cy="3081591"/>
            </a:xfrm>
            <a:prstGeom prst="rect">
              <a:avLst/>
            </a:prstGeom>
            <a:noFill/>
            <a:ln>
              <a:solidFill>
                <a:srgbClr val="C00000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  <a:scene3d>
              <a:camera prst="perspectiveFront"/>
              <a:lightRig rig="threePt" dir="t"/>
            </a:scene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35" name="Retângulo 34">
              <a:extLst>
                <a:ext uri="{FF2B5EF4-FFF2-40B4-BE49-F238E27FC236}">
                  <a16:creationId xmlns:a16="http://schemas.microsoft.com/office/drawing/2014/main" id="{B728D366-25F0-51A0-86A4-872D788D2C30}"/>
                </a:ext>
              </a:extLst>
            </p:cNvPr>
            <p:cNvSpPr/>
            <p:nvPr/>
          </p:nvSpPr>
          <p:spPr>
            <a:xfrm>
              <a:off x="9234543" y="5536344"/>
              <a:ext cx="2693378" cy="1010475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pt-BR" sz="1400" b="1" dirty="0">
                  <a:latin typeface="Trade Gothic Next Rounded" panose="020F0502020204030204" pitchFamily="34" charset="0"/>
                  <a:ea typeface="Cambria" panose="02040503050406030204" pitchFamily="18" charset="0"/>
                </a:rPr>
                <a:t>Passaporte </a:t>
              </a:r>
            </a:p>
            <a:p>
              <a:pPr algn="ctr"/>
              <a:r>
                <a:rPr lang="pt-BR" sz="1400" b="1" dirty="0">
                  <a:latin typeface="Trade Gothic Next Rounded" panose="020F0502020204030204" pitchFamily="34" charset="0"/>
                  <a:ea typeface="Cambria" panose="02040503050406030204" pitchFamily="18" charset="0"/>
                </a:rPr>
                <a:t>Digital</a:t>
              </a:r>
            </a:p>
          </p:txBody>
        </p:sp>
        <p:pic>
          <p:nvPicPr>
            <p:cNvPr id="37" name="Imagem 36" descr="sinal de vetor do símbolo do passaporte é isolado em um fundo branco. cor  do ícone do passaporte editável. 9685779 Vetor no Vecteezy">
              <a:extLst>
                <a:ext uri="{FF2B5EF4-FFF2-40B4-BE49-F238E27FC236}">
                  <a16:creationId xmlns:a16="http://schemas.microsoft.com/office/drawing/2014/main" id="{B9A1F40F-51BA-FAAD-AEF2-B35139059963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duotone>
                <a:schemeClr val="accent2">
                  <a:shade val="45000"/>
                  <a:satMod val="135000"/>
                </a:schemeClr>
                <a:prstClr val="white"/>
              </a:duotone>
            </a:blip>
            <a:srcRect l="32288" t="23145" r="32052" b="21953"/>
            <a:stretch>
              <a:fillRect/>
            </a:stretch>
          </p:blipFill>
          <p:spPr>
            <a:xfrm>
              <a:off x="10025826" y="3660228"/>
              <a:ext cx="1110815" cy="1710167"/>
            </a:xfrm>
            <a:prstGeom prst="rect">
              <a:avLst/>
            </a:prstGeom>
          </p:spPr>
        </p:pic>
      </p:grpSp>
      <p:pic>
        <p:nvPicPr>
          <p:cNvPr id="43" name="Imagem 42">
            <a:extLst>
              <a:ext uri="{FF2B5EF4-FFF2-40B4-BE49-F238E27FC236}">
                <a16:creationId xmlns:a16="http://schemas.microsoft.com/office/drawing/2014/main" id="{181DDB80-0EA3-431D-7200-45C7E9B7E64D}"/>
              </a:ext>
            </a:extLst>
          </p:cNvPr>
          <p:cNvPicPr>
            <a:picLocks noChangeAspect="1"/>
          </p:cNvPicPr>
          <p:nvPr/>
        </p:nvPicPr>
        <p:blipFill>
          <a:blip r:embed="rId9">
            <a:duotone>
              <a:schemeClr val="accent2">
                <a:shade val="45000"/>
                <a:satMod val="135000"/>
              </a:schemeClr>
              <a:prstClr val="white"/>
            </a:duotone>
          </a:blip>
          <a:srcRect l="3927" t="8645" r="4341" b="4639"/>
          <a:stretch>
            <a:fillRect/>
          </a:stretch>
        </p:blipFill>
        <p:spPr>
          <a:xfrm>
            <a:off x="894763" y="5095271"/>
            <a:ext cx="415958" cy="338897"/>
          </a:xfrm>
          <a:prstGeom prst="rect">
            <a:avLst/>
          </a:prstGeom>
        </p:spPr>
      </p:pic>
      <p:pic>
        <p:nvPicPr>
          <p:cNvPr id="9" name="Imagem 8" descr="Passaporte Branco Ilustrações, Vetores E Clipart De Stock – (22,029 Stock  Illustrations)">
            <a:extLst>
              <a:ext uri="{FF2B5EF4-FFF2-40B4-BE49-F238E27FC236}">
                <a16:creationId xmlns:a16="http://schemas.microsoft.com/office/drawing/2014/main" id="{2A54FC12-79A0-85F1-E2F6-419923B920FA}"/>
              </a:ext>
            </a:extLst>
          </p:cNvPr>
          <p:cNvPicPr>
            <a:picLocks noChangeAspect="1"/>
          </p:cNvPicPr>
          <p:nvPr/>
        </p:nvPicPr>
        <p:blipFill>
          <a:blip r:embed="rId10">
            <a:duotone>
              <a:schemeClr val="accent2">
                <a:shade val="45000"/>
                <a:satMod val="135000"/>
              </a:schemeClr>
              <a:prstClr val="white"/>
            </a:duotone>
          </a:blip>
          <a:srcRect l="18920" t="963" r="16357"/>
          <a:stretch>
            <a:fillRect/>
          </a:stretch>
        </p:blipFill>
        <p:spPr>
          <a:xfrm>
            <a:off x="3099004" y="1812000"/>
            <a:ext cx="6594087" cy="4953171"/>
          </a:xfrm>
          <a:prstGeom prst="rect">
            <a:avLst/>
          </a:prstGeom>
        </p:spPr>
      </p:pic>
      <p:sp>
        <p:nvSpPr>
          <p:cNvPr id="16" name="Retângulo 15">
            <a:extLst>
              <a:ext uri="{FF2B5EF4-FFF2-40B4-BE49-F238E27FC236}">
                <a16:creationId xmlns:a16="http://schemas.microsoft.com/office/drawing/2014/main" id="{0723753D-1003-4C08-1015-7E6FBF4D1FD6}"/>
              </a:ext>
            </a:extLst>
          </p:cNvPr>
          <p:cNvSpPr/>
          <p:nvPr/>
        </p:nvSpPr>
        <p:spPr>
          <a:xfrm>
            <a:off x="6600964" y="2422358"/>
            <a:ext cx="2478868" cy="208547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7" name="Retângulo 16">
            <a:extLst>
              <a:ext uri="{FF2B5EF4-FFF2-40B4-BE49-F238E27FC236}">
                <a16:creationId xmlns:a16="http://schemas.microsoft.com/office/drawing/2014/main" id="{A5D17937-45CC-432F-ABBE-174893405CD4}"/>
              </a:ext>
            </a:extLst>
          </p:cNvPr>
          <p:cNvSpPr/>
          <p:nvPr/>
        </p:nvSpPr>
        <p:spPr>
          <a:xfrm>
            <a:off x="6600964" y="4507832"/>
            <a:ext cx="2618447" cy="186966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20" name="Imagem 19">
            <a:extLst>
              <a:ext uri="{FF2B5EF4-FFF2-40B4-BE49-F238E27FC236}">
                <a16:creationId xmlns:a16="http://schemas.microsoft.com/office/drawing/2014/main" id="{427C9CEA-BA71-4F71-4158-5FBB34D915E8}"/>
              </a:ext>
            </a:extLst>
          </p:cNvPr>
          <p:cNvPicPr>
            <a:picLocks noChangeAspect="1"/>
          </p:cNvPicPr>
          <p:nvPr/>
        </p:nvPicPr>
        <p:blipFill>
          <a:blip r:embed="rId9">
            <a:duotone>
              <a:schemeClr val="accent2">
                <a:shade val="45000"/>
                <a:satMod val="135000"/>
              </a:schemeClr>
              <a:prstClr val="white"/>
            </a:duotone>
          </a:blip>
          <a:srcRect l="3927" t="8645" r="4341" b="4639"/>
          <a:stretch>
            <a:fillRect/>
          </a:stretch>
        </p:blipFill>
        <p:spPr>
          <a:xfrm>
            <a:off x="3346596" y="2869801"/>
            <a:ext cx="2355716" cy="1638031"/>
          </a:xfrm>
          <a:prstGeom prst="rect">
            <a:avLst/>
          </a:prstGeom>
        </p:spPr>
      </p:pic>
      <p:sp>
        <p:nvSpPr>
          <p:cNvPr id="24" name="CaixaDeTexto 23">
            <a:extLst>
              <a:ext uri="{FF2B5EF4-FFF2-40B4-BE49-F238E27FC236}">
                <a16:creationId xmlns:a16="http://schemas.microsoft.com/office/drawing/2014/main" id="{F06E5527-29D0-89CA-3D36-716AE9A39475}"/>
              </a:ext>
            </a:extLst>
          </p:cNvPr>
          <p:cNvSpPr txBox="1"/>
          <p:nvPr/>
        </p:nvSpPr>
        <p:spPr>
          <a:xfrm>
            <a:off x="6520754" y="4387353"/>
            <a:ext cx="2618447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2000" b="1" dirty="0">
                <a:latin typeface="Trade Gothic Next Rounded" panose="020F0502020204030204" pitchFamily="34" charset="0"/>
                <a:ea typeface="Cambria" panose="02040503050406030204" pitchFamily="18" charset="0"/>
              </a:rPr>
              <a:t>BASÍLICA DE SÃO PEDRO</a:t>
            </a:r>
          </a:p>
          <a:p>
            <a:pPr algn="ctr"/>
            <a:r>
              <a:rPr lang="pt-BR" sz="2000" b="1" dirty="0">
                <a:latin typeface="Trade Gothic Next Rounded" panose="020F0502020204030204" pitchFamily="34" charset="0"/>
                <a:ea typeface="Cambria" panose="02040503050406030204" pitchFamily="18" charset="0"/>
              </a:rPr>
              <a:t>PRAÇA DE SÃO PEDRO, CIDADE DO VATICANO</a:t>
            </a:r>
          </a:p>
          <a:p>
            <a:pPr algn="ctr"/>
            <a:r>
              <a:rPr lang="pt-BR" sz="2000" b="1" dirty="0">
                <a:latin typeface="Trade Gothic Next Rounded" panose="020F0502020204030204" pitchFamily="34" charset="0"/>
                <a:ea typeface="Cambria" panose="02040503050406030204" pitchFamily="18" charset="0"/>
              </a:rPr>
              <a:t>DATA: 13/10/2026</a:t>
            </a:r>
          </a:p>
        </p:txBody>
      </p:sp>
      <p:pic>
        <p:nvPicPr>
          <p:cNvPr id="25" name="Imagem 24" descr="Vaticano: Basílica de São Pedro com Entrada Prioritária para a Cúpula –  2026 (avaliações verificadas)">
            <a:extLst>
              <a:ext uri="{FF2B5EF4-FFF2-40B4-BE49-F238E27FC236}">
                <a16:creationId xmlns:a16="http://schemas.microsoft.com/office/drawing/2014/main" id="{F62C3305-4389-6136-522A-F6D654AE6CB8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923535" y="2298729"/>
            <a:ext cx="1812884" cy="18128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3839797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912</TotalTime>
  <Words>112</Words>
  <Application>Microsoft Office PowerPoint</Application>
  <PresentationFormat>Widescreen</PresentationFormat>
  <Paragraphs>80</Paragraphs>
  <Slides>10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10</vt:i4>
      </vt:variant>
    </vt:vector>
  </HeadingPairs>
  <TitlesOfParts>
    <vt:vector size="15" baseType="lpstr">
      <vt:lpstr>Aptos</vt:lpstr>
      <vt:lpstr>Aptos Display</vt:lpstr>
      <vt:lpstr>Arial</vt:lpstr>
      <vt:lpstr>Trade Gothic Next Rounded</vt:lpstr>
      <vt:lpstr>Tema do Office</vt:lpstr>
      <vt:lpstr>𝕽𝖔𝖙𝖆 𝕾𝖆𝖈𝖗𝖆</vt:lpstr>
      <vt:lpstr>𝕽𝖔𝖙𝖆 𝕾𝖆𝖈𝖗𝖆</vt:lpstr>
      <vt:lpstr>𝕽𝖔𝖙𝖆 𝕾𝖆𝖈𝖗𝖆</vt:lpstr>
      <vt:lpstr>𝕽𝖔𝖙𝖆 𝕾𝖆𝖈𝖗𝖆</vt:lpstr>
      <vt:lpstr>𝕽𝖔𝖙𝖆 𝕾𝖆𝖈𝖗𝖆</vt:lpstr>
      <vt:lpstr>𝕽𝖔𝖙𝖆 𝕾𝖆𝖈𝖗𝖆</vt:lpstr>
      <vt:lpstr>𝕽𝖔𝖙𝖆 𝕾𝖆𝖈𝖗𝖆</vt:lpstr>
      <vt:lpstr>𝕽𝖔𝖙𝖆 𝕾𝖆𝖈𝖗𝖆</vt:lpstr>
      <vt:lpstr>𝕽𝖔𝖙𝖆 𝕾𝖆𝖈𝖗𝖆</vt:lpstr>
      <vt:lpstr>𝕽𝖔𝖙𝖆 𝕾𝖆𝖈𝖗𝖆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Marcela Miranda</dc:creator>
  <cp:lastModifiedBy>Marcela Miranda</cp:lastModifiedBy>
  <cp:revision>4</cp:revision>
  <dcterms:created xsi:type="dcterms:W3CDTF">2026-10-18T09:25:00Z</dcterms:created>
  <dcterms:modified xsi:type="dcterms:W3CDTF">2026-10-20T15:43:11Z</dcterms:modified>
</cp:coreProperties>
</file>